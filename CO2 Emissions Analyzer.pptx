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9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#6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30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4713C1-737B-4832-A714-F9EFA6D37690}" type="doc">
      <dgm:prSet loTypeId="urn:microsoft.com/office/officeart/2005/8/layout/hierarchy2" loCatId="hierarchy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D6C206FF-2842-4154-B6C1-57AA40782CBA}">
      <dgm:prSet/>
      <dgm:spPr/>
      <dgm:t>
        <a:bodyPr/>
        <a:lstStyle/>
        <a:p>
          <a:r>
            <a:rPr lang="vi-VN"/>
            <a:t>Thực trạng: Biến đổi khí hậu là vấn đề cấp bách nhưng dữ liệu lại khô khan và khó tiếp cận.</a:t>
          </a:r>
          <a:endParaRPr lang="en-US"/>
        </a:p>
      </dgm:t>
    </dgm:pt>
    <dgm:pt modelId="{520EF26A-A245-44B5-AD8D-AFA47E8D6F76}" type="parTrans" cxnId="{A2A5A26F-57E6-4542-9F57-536515BA6E26}">
      <dgm:prSet/>
      <dgm:spPr/>
      <dgm:t>
        <a:bodyPr/>
        <a:lstStyle/>
        <a:p>
          <a:endParaRPr lang="en-US"/>
        </a:p>
      </dgm:t>
    </dgm:pt>
    <dgm:pt modelId="{F7F4B88E-8072-44F2-8922-0547C52094F8}" type="sibTrans" cxnId="{A2A5A26F-57E6-4542-9F57-536515BA6E26}">
      <dgm:prSet/>
      <dgm:spPr/>
      <dgm:t>
        <a:bodyPr/>
        <a:lstStyle/>
        <a:p>
          <a:endParaRPr lang="en-US"/>
        </a:p>
      </dgm:t>
    </dgm:pt>
    <dgm:pt modelId="{CBB8B3C3-3EAB-48DA-8D71-96C1901C888C}">
      <dgm:prSet/>
      <dgm:spPr/>
      <dgm:t>
        <a:bodyPr/>
        <a:lstStyle/>
        <a:p>
          <a:r>
            <a:rPr lang="vi-VN"/>
            <a:t>Mục tiêu dự án: </a:t>
          </a:r>
          <a:endParaRPr lang="en-US"/>
        </a:p>
      </dgm:t>
    </dgm:pt>
    <dgm:pt modelId="{068E5F1B-4AEA-4261-9654-CF3C0F9E60FC}" type="parTrans" cxnId="{F2B39192-0C98-480B-993E-DA717E3FBE07}">
      <dgm:prSet/>
      <dgm:spPr/>
      <dgm:t>
        <a:bodyPr/>
        <a:lstStyle/>
        <a:p>
          <a:endParaRPr lang="en-US"/>
        </a:p>
      </dgm:t>
    </dgm:pt>
    <dgm:pt modelId="{226AA471-C31C-424A-8ACB-0DAEA67FE0F1}" type="sibTrans" cxnId="{F2B39192-0C98-480B-993E-DA717E3FBE07}">
      <dgm:prSet/>
      <dgm:spPr/>
      <dgm:t>
        <a:bodyPr/>
        <a:lstStyle/>
        <a:p>
          <a:endParaRPr lang="en-US"/>
        </a:p>
      </dgm:t>
    </dgm:pt>
    <dgm:pt modelId="{84CC27E3-D798-421A-AE91-A3E00485B727}">
      <dgm:prSet/>
      <dgm:spPr/>
      <dgm:t>
        <a:bodyPr/>
        <a:lstStyle/>
        <a:p>
          <a:r>
            <a:rPr lang="vi-VN"/>
            <a:t>Xây dựng Dashboard trực quan để phân tích lượng khí thải CO2.</a:t>
          </a:r>
          <a:endParaRPr lang="en-US"/>
        </a:p>
      </dgm:t>
    </dgm:pt>
    <dgm:pt modelId="{4368896D-566F-4E23-A3D5-C06B200F1AB5}" type="parTrans" cxnId="{ED590CED-CBB0-4421-8E44-3F6037132859}">
      <dgm:prSet/>
      <dgm:spPr/>
      <dgm:t>
        <a:bodyPr/>
        <a:lstStyle/>
        <a:p>
          <a:endParaRPr lang="en-US"/>
        </a:p>
      </dgm:t>
    </dgm:pt>
    <dgm:pt modelId="{4CF3AA5A-4114-45CF-93C1-81C66CD93D36}" type="sibTrans" cxnId="{ED590CED-CBB0-4421-8E44-3F6037132859}">
      <dgm:prSet/>
      <dgm:spPr/>
      <dgm:t>
        <a:bodyPr/>
        <a:lstStyle/>
        <a:p>
          <a:endParaRPr lang="en-US"/>
        </a:p>
      </dgm:t>
    </dgm:pt>
    <dgm:pt modelId="{ACCA40DD-FFC5-46EB-B71E-06BEEC77D601}">
      <dgm:prSet/>
      <dgm:spPr/>
      <dgm:t>
        <a:bodyPr/>
        <a:lstStyle/>
        <a:p>
          <a:r>
            <a:rPr lang="vi-VN"/>
            <a:t>Giúp người dùng dễ dàng theo dõi, so sánh dữ liệu giữa các quốc gia.</a:t>
          </a:r>
          <a:endParaRPr lang="en-US"/>
        </a:p>
      </dgm:t>
    </dgm:pt>
    <dgm:pt modelId="{F479D4D7-A4E9-4372-963B-D346EFEAAF30}" type="parTrans" cxnId="{EB3ABA54-3D41-42C4-BAE9-0D13DEB14F3E}">
      <dgm:prSet/>
      <dgm:spPr/>
      <dgm:t>
        <a:bodyPr/>
        <a:lstStyle/>
        <a:p>
          <a:endParaRPr lang="en-US"/>
        </a:p>
      </dgm:t>
    </dgm:pt>
    <dgm:pt modelId="{5333FA18-B35B-4367-BFEF-225141B87EA4}" type="sibTrans" cxnId="{EB3ABA54-3D41-42C4-BAE9-0D13DEB14F3E}">
      <dgm:prSet/>
      <dgm:spPr/>
      <dgm:t>
        <a:bodyPr/>
        <a:lstStyle/>
        <a:p>
          <a:endParaRPr lang="en-US"/>
        </a:p>
      </dgm:t>
    </dgm:pt>
    <dgm:pt modelId="{7D7969FE-0797-4712-9834-C5D5F22C27FE}" type="pres">
      <dgm:prSet presAssocID="{6B4713C1-737B-4832-A714-F9EFA6D3769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38C8FF9-F118-4E8D-8A10-E3424EA25F78}" type="pres">
      <dgm:prSet presAssocID="{D6C206FF-2842-4154-B6C1-57AA40782CBA}" presName="root1" presStyleCnt="0"/>
      <dgm:spPr/>
    </dgm:pt>
    <dgm:pt modelId="{26D49F24-B466-432D-97F8-70182EF8969F}" type="pres">
      <dgm:prSet presAssocID="{D6C206FF-2842-4154-B6C1-57AA40782CBA}" presName="LevelOneTextNode" presStyleLbl="node0" presStyleIdx="0" presStyleCnt="2">
        <dgm:presLayoutVars>
          <dgm:chPref val="3"/>
        </dgm:presLayoutVars>
      </dgm:prSet>
      <dgm:spPr/>
    </dgm:pt>
    <dgm:pt modelId="{5A21A0F4-9AB0-4D5F-A4EB-1B74FC993D3D}" type="pres">
      <dgm:prSet presAssocID="{D6C206FF-2842-4154-B6C1-57AA40782CBA}" presName="level2hierChild" presStyleCnt="0"/>
      <dgm:spPr/>
    </dgm:pt>
    <dgm:pt modelId="{1937A2EC-6A2D-460D-8800-A42A933B4C07}" type="pres">
      <dgm:prSet presAssocID="{CBB8B3C3-3EAB-48DA-8D71-96C1901C888C}" presName="root1" presStyleCnt="0"/>
      <dgm:spPr/>
    </dgm:pt>
    <dgm:pt modelId="{2A5B29FE-E207-465E-B16B-68A52A45D6AD}" type="pres">
      <dgm:prSet presAssocID="{CBB8B3C3-3EAB-48DA-8D71-96C1901C888C}" presName="LevelOneTextNode" presStyleLbl="node0" presStyleIdx="1" presStyleCnt="2">
        <dgm:presLayoutVars>
          <dgm:chPref val="3"/>
        </dgm:presLayoutVars>
      </dgm:prSet>
      <dgm:spPr/>
    </dgm:pt>
    <dgm:pt modelId="{DBF5BFC5-0F16-49F9-8584-3288C717C12B}" type="pres">
      <dgm:prSet presAssocID="{CBB8B3C3-3EAB-48DA-8D71-96C1901C888C}" presName="level2hierChild" presStyleCnt="0"/>
      <dgm:spPr/>
    </dgm:pt>
    <dgm:pt modelId="{261DFC60-B1D8-42E1-A71F-56DE14FCE386}" type="pres">
      <dgm:prSet presAssocID="{4368896D-566F-4E23-A3D5-C06B200F1AB5}" presName="conn2-1" presStyleLbl="parChTrans1D2" presStyleIdx="0" presStyleCnt="2"/>
      <dgm:spPr/>
    </dgm:pt>
    <dgm:pt modelId="{40182E9E-92CA-402F-87DD-4410E745F55F}" type="pres">
      <dgm:prSet presAssocID="{4368896D-566F-4E23-A3D5-C06B200F1AB5}" presName="connTx" presStyleLbl="parChTrans1D2" presStyleIdx="0" presStyleCnt="2"/>
      <dgm:spPr/>
    </dgm:pt>
    <dgm:pt modelId="{9B3BF5DF-77FC-4081-916F-C860CB537387}" type="pres">
      <dgm:prSet presAssocID="{84CC27E3-D798-421A-AE91-A3E00485B727}" presName="root2" presStyleCnt="0"/>
      <dgm:spPr/>
    </dgm:pt>
    <dgm:pt modelId="{22D817FF-B534-4C92-9ACA-B163C0FB858D}" type="pres">
      <dgm:prSet presAssocID="{84CC27E3-D798-421A-AE91-A3E00485B727}" presName="LevelTwoTextNode" presStyleLbl="node2" presStyleIdx="0" presStyleCnt="2">
        <dgm:presLayoutVars>
          <dgm:chPref val="3"/>
        </dgm:presLayoutVars>
      </dgm:prSet>
      <dgm:spPr/>
    </dgm:pt>
    <dgm:pt modelId="{AC79347C-DD2F-48E2-AA1A-97846FBC96E2}" type="pres">
      <dgm:prSet presAssocID="{84CC27E3-D798-421A-AE91-A3E00485B727}" presName="level3hierChild" presStyleCnt="0"/>
      <dgm:spPr/>
    </dgm:pt>
    <dgm:pt modelId="{F4367017-B1A8-47A4-A34D-47A2B93C5C52}" type="pres">
      <dgm:prSet presAssocID="{F479D4D7-A4E9-4372-963B-D346EFEAAF30}" presName="conn2-1" presStyleLbl="parChTrans1D2" presStyleIdx="1" presStyleCnt="2"/>
      <dgm:spPr/>
    </dgm:pt>
    <dgm:pt modelId="{7E995902-AD3E-440E-A809-1021CE60C3CF}" type="pres">
      <dgm:prSet presAssocID="{F479D4D7-A4E9-4372-963B-D346EFEAAF30}" presName="connTx" presStyleLbl="parChTrans1D2" presStyleIdx="1" presStyleCnt="2"/>
      <dgm:spPr/>
    </dgm:pt>
    <dgm:pt modelId="{8B24945E-2534-4D69-8A34-A005C654B580}" type="pres">
      <dgm:prSet presAssocID="{ACCA40DD-FFC5-46EB-B71E-06BEEC77D601}" presName="root2" presStyleCnt="0"/>
      <dgm:spPr/>
    </dgm:pt>
    <dgm:pt modelId="{FEB243ED-2C88-41EA-9459-3E058568AEF9}" type="pres">
      <dgm:prSet presAssocID="{ACCA40DD-FFC5-46EB-B71E-06BEEC77D601}" presName="LevelTwoTextNode" presStyleLbl="node2" presStyleIdx="1" presStyleCnt="2">
        <dgm:presLayoutVars>
          <dgm:chPref val="3"/>
        </dgm:presLayoutVars>
      </dgm:prSet>
      <dgm:spPr/>
    </dgm:pt>
    <dgm:pt modelId="{682FA9EE-BFB5-4F65-9E42-525F998172FC}" type="pres">
      <dgm:prSet presAssocID="{ACCA40DD-FFC5-46EB-B71E-06BEEC77D601}" presName="level3hierChild" presStyleCnt="0"/>
      <dgm:spPr/>
    </dgm:pt>
  </dgm:ptLst>
  <dgm:cxnLst>
    <dgm:cxn modelId="{28086604-3858-436A-A2A1-9D7CAC304850}" type="presOf" srcId="{84CC27E3-D798-421A-AE91-A3E00485B727}" destId="{22D817FF-B534-4C92-9ACA-B163C0FB858D}" srcOrd="0" destOrd="0" presId="urn:microsoft.com/office/officeart/2005/8/layout/hierarchy2"/>
    <dgm:cxn modelId="{C91A282C-0F2A-4AEC-8B7E-04CE1702B1C2}" type="presOf" srcId="{4368896D-566F-4E23-A3D5-C06B200F1AB5}" destId="{261DFC60-B1D8-42E1-A71F-56DE14FCE386}" srcOrd="0" destOrd="0" presId="urn:microsoft.com/office/officeart/2005/8/layout/hierarchy2"/>
    <dgm:cxn modelId="{D45AA534-A629-454F-AF21-17801734D44C}" type="presOf" srcId="{F479D4D7-A4E9-4372-963B-D346EFEAAF30}" destId="{F4367017-B1A8-47A4-A34D-47A2B93C5C52}" srcOrd="0" destOrd="0" presId="urn:microsoft.com/office/officeart/2005/8/layout/hierarchy2"/>
    <dgm:cxn modelId="{DF9A996A-3DF4-40BE-BDE9-DCEB3B341BD1}" type="presOf" srcId="{6B4713C1-737B-4832-A714-F9EFA6D37690}" destId="{7D7969FE-0797-4712-9834-C5D5F22C27FE}" srcOrd="0" destOrd="0" presId="urn:microsoft.com/office/officeart/2005/8/layout/hierarchy2"/>
    <dgm:cxn modelId="{C59C8E4E-2D66-4D6A-B880-EADF67BC5D17}" type="presOf" srcId="{4368896D-566F-4E23-A3D5-C06B200F1AB5}" destId="{40182E9E-92CA-402F-87DD-4410E745F55F}" srcOrd="1" destOrd="0" presId="urn:microsoft.com/office/officeart/2005/8/layout/hierarchy2"/>
    <dgm:cxn modelId="{A2A5A26F-57E6-4542-9F57-536515BA6E26}" srcId="{6B4713C1-737B-4832-A714-F9EFA6D37690}" destId="{D6C206FF-2842-4154-B6C1-57AA40782CBA}" srcOrd="0" destOrd="0" parTransId="{520EF26A-A245-44B5-AD8D-AFA47E8D6F76}" sibTransId="{F7F4B88E-8072-44F2-8922-0547C52094F8}"/>
    <dgm:cxn modelId="{EB3ABA54-3D41-42C4-BAE9-0D13DEB14F3E}" srcId="{CBB8B3C3-3EAB-48DA-8D71-96C1901C888C}" destId="{ACCA40DD-FFC5-46EB-B71E-06BEEC77D601}" srcOrd="1" destOrd="0" parTransId="{F479D4D7-A4E9-4372-963B-D346EFEAAF30}" sibTransId="{5333FA18-B35B-4367-BFEF-225141B87EA4}"/>
    <dgm:cxn modelId="{F2B39192-0C98-480B-993E-DA717E3FBE07}" srcId="{6B4713C1-737B-4832-A714-F9EFA6D37690}" destId="{CBB8B3C3-3EAB-48DA-8D71-96C1901C888C}" srcOrd="1" destOrd="0" parTransId="{068E5F1B-4AEA-4261-9654-CF3C0F9E60FC}" sibTransId="{226AA471-C31C-424A-8ACB-0DAEA67FE0F1}"/>
    <dgm:cxn modelId="{BB188197-DAFC-46CA-B58A-DA3CE012128D}" type="presOf" srcId="{D6C206FF-2842-4154-B6C1-57AA40782CBA}" destId="{26D49F24-B466-432D-97F8-70182EF8969F}" srcOrd="0" destOrd="0" presId="urn:microsoft.com/office/officeart/2005/8/layout/hierarchy2"/>
    <dgm:cxn modelId="{9DD028A0-81E6-45B2-871A-67228890F7CF}" type="presOf" srcId="{CBB8B3C3-3EAB-48DA-8D71-96C1901C888C}" destId="{2A5B29FE-E207-465E-B16B-68A52A45D6AD}" srcOrd="0" destOrd="0" presId="urn:microsoft.com/office/officeart/2005/8/layout/hierarchy2"/>
    <dgm:cxn modelId="{286757E8-E6BF-48A7-9B88-3D20711B0183}" type="presOf" srcId="{ACCA40DD-FFC5-46EB-B71E-06BEEC77D601}" destId="{FEB243ED-2C88-41EA-9459-3E058568AEF9}" srcOrd="0" destOrd="0" presId="urn:microsoft.com/office/officeart/2005/8/layout/hierarchy2"/>
    <dgm:cxn modelId="{ED590CED-CBB0-4421-8E44-3F6037132859}" srcId="{CBB8B3C3-3EAB-48DA-8D71-96C1901C888C}" destId="{84CC27E3-D798-421A-AE91-A3E00485B727}" srcOrd="0" destOrd="0" parTransId="{4368896D-566F-4E23-A3D5-C06B200F1AB5}" sibTransId="{4CF3AA5A-4114-45CF-93C1-81C66CD93D36}"/>
    <dgm:cxn modelId="{78E5D5F9-C9DB-418F-A8B0-444831C9B60A}" type="presOf" srcId="{F479D4D7-A4E9-4372-963B-D346EFEAAF30}" destId="{7E995902-AD3E-440E-A809-1021CE60C3CF}" srcOrd="1" destOrd="0" presId="urn:microsoft.com/office/officeart/2005/8/layout/hierarchy2"/>
    <dgm:cxn modelId="{B169928D-E724-4512-9807-1C12519B10B5}" type="presParOf" srcId="{7D7969FE-0797-4712-9834-C5D5F22C27FE}" destId="{138C8FF9-F118-4E8D-8A10-E3424EA25F78}" srcOrd="0" destOrd="0" presId="urn:microsoft.com/office/officeart/2005/8/layout/hierarchy2"/>
    <dgm:cxn modelId="{A00FC033-B5C7-43B1-B7D8-F94E90F190E2}" type="presParOf" srcId="{138C8FF9-F118-4E8D-8A10-E3424EA25F78}" destId="{26D49F24-B466-432D-97F8-70182EF8969F}" srcOrd="0" destOrd="0" presId="urn:microsoft.com/office/officeart/2005/8/layout/hierarchy2"/>
    <dgm:cxn modelId="{A7F50FFB-5F01-49C5-83AB-13CCECFFC56C}" type="presParOf" srcId="{138C8FF9-F118-4E8D-8A10-E3424EA25F78}" destId="{5A21A0F4-9AB0-4D5F-A4EB-1B74FC993D3D}" srcOrd="1" destOrd="0" presId="urn:microsoft.com/office/officeart/2005/8/layout/hierarchy2"/>
    <dgm:cxn modelId="{522234A8-443A-4E5B-95B9-5C09947E5BB3}" type="presParOf" srcId="{7D7969FE-0797-4712-9834-C5D5F22C27FE}" destId="{1937A2EC-6A2D-460D-8800-A42A933B4C07}" srcOrd="1" destOrd="0" presId="urn:microsoft.com/office/officeart/2005/8/layout/hierarchy2"/>
    <dgm:cxn modelId="{005349BF-5B99-48D2-8261-1F542D3D0A0E}" type="presParOf" srcId="{1937A2EC-6A2D-460D-8800-A42A933B4C07}" destId="{2A5B29FE-E207-465E-B16B-68A52A45D6AD}" srcOrd="0" destOrd="0" presId="urn:microsoft.com/office/officeart/2005/8/layout/hierarchy2"/>
    <dgm:cxn modelId="{271EAD73-7C40-4BE2-ADB4-567FDBE7D64A}" type="presParOf" srcId="{1937A2EC-6A2D-460D-8800-A42A933B4C07}" destId="{DBF5BFC5-0F16-49F9-8584-3288C717C12B}" srcOrd="1" destOrd="0" presId="urn:microsoft.com/office/officeart/2005/8/layout/hierarchy2"/>
    <dgm:cxn modelId="{59A3553A-8E56-4A9A-991E-F11891C1E90D}" type="presParOf" srcId="{DBF5BFC5-0F16-49F9-8584-3288C717C12B}" destId="{261DFC60-B1D8-42E1-A71F-56DE14FCE386}" srcOrd="0" destOrd="0" presId="urn:microsoft.com/office/officeart/2005/8/layout/hierarchy2"/>
    <dgm:cxn modelId="{0AF436E2-ACD3-4235-A45B-0715DEBA1160}" type="presParOf" srcId="{261DFC60-B1D8-42E1-A71F-56DE14FCE386}" destId="{40182E9E-92CA-402F-87DD-4410E745F55F}" srcOrd="0" destOrd="0" presId="urn:microsoft.com/office/officeart/2005/8/layout/hierarchy2"/>
    <dgm:cxn modelId="{F1469389-79E9-442C-9E6F-B966E64170E6}" type="presParOf" srcId="{DBF5BFC5-0F16-49F9-8584-3288C717C12B}" destId="{9B3BF5DF-77FC-4081-916F-C860CB537387}" srcOrd="1" destOrd="0" presId="urn:microsoft.com/office/officeart/2005/8/layout/hierarchy2"/>
    <dgm:cxn modelId="{FBEFA744-049D-4EC9-80BF-02876E254C64}" type="presParOf" srcId="{9B3BF5DF-77FC-4081-916F-C860CB537387}" destId="{22D817FF-B534-4C92-9ACA-B163C0FB858D}" srcOrd="0" destOrd="0" presId="urn:microsoft.com/office/officeart/2005/8/layout/hierarchy2"/>
    <dgm:cxn modelId="{05CAD0C4-715C-47C2-898C-DD11C939C193}" type="presParOf" srcId="{9B3BF5DF-77FC-4081-916F-C860CB537387}" destId="{AC79347C-DD2F-48E2-AA1A-97846FBC96E2}" srcOrd="1" destOrd="0" presId="urn:microsoft.com/office/officeart/2005/8/layout/hierarchy2"/>
    <dgm:cxn modelId="{3E8DB131-CCCE-4F9A-B58B-7E20D5C82D62}" type="presParOf" srcId="{DBF5BFC5-0F16-49F9-8584-3288C717C12B}" destId="{F4367017-B1A8-47A4-A34D-47A2B93C5C52}" srcOrd="2" destOrd="0" presId="urn:microsoft.com/office/officeart/2005/8/layout/hierarchy2"/>
    <dgm:cxn modelId="{E2E52F86-73B6-4AF4-8165-55D155564903}" type="presParOf" srcId="{F4367017-B1A8-47A4-A34D-47A2B93C5C52}" destId="{7E995902-AD3E-440E-A809-1021CE60C3CF}" srcOrd="0" destOrd="0" presId="urn:microsoft.com/office/officeart/2005/8/layout/hierarchy2"/>
    <dgm:cxn modelId="{0D5A40B9-6804-460C-9BE8-91A46A28E7A4}" type="presParOf" srcId="{DBF5BFC5-0F16-49F9-8584-3288C717C12B}" destId="{8B24945E-2534-4D69-8A34-A005C654B580}" srcOrd="3" destOrd="0" presId="urn:microsoft.com/office/officeart/2005/8/layout/hierarchy2"/>
    <dgm:cxn modelId="{518B0F72-2BE7-4E60-83A7-78503280457D}" type="presParOf" srcId="{8B24945E-2534-4D69-8A34-A005C654B580}" destId="{FEB243ED-2C88-41EA-9459-3E058568AEF9}" srcOrd="0" destOrd="0" presId="urn:microsoft.com/office/officeart/2005/8/layout/hierarchy2"/>
    <dgm:cxn modelId="{DC39CAA4-8D13-4EF3-94D7-DB438785FB23}" type="presParOf" srcId="{8B24945E-2534-4D69-8A34-A005C654B580}" destId="{682FA9EE-BFB5-4F65-9E42-525F998172F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7DCCDA-1BFA-4077-BE30-0F9C1436162B}" type="doc">
      <dgm:prSet loTypeId="urn:microsoft.com/office/officeart/2005/8/layout/vList2" loCatId="list" qsTypeId="urn:microsoft.com/office/officeart/2005/8/quickstyle/simple1#16" qsCatId="simple" csTypeId="urn:microsoft.com/office/officeart/2005/8/colors/colorful2#4" csCatId="colorful"/>
      <dgm:spPr/>
      <dgm:t>
        <a:bodyPr/>
        <a:lstStyle/>
        <a:p>
          <a:endParaRPr lang="en-US"/>
        </a:p>
      </dgm:t>
    </dgm:pt>
    <dgm:pt modelId="{1252BFA4-0985-42CC-890B-8EAFA2F3FA63}">
      <dgm:prSet/>
      <dgm:spPr/>
      <dgm:t>
        <a:bodyPr/>
        <a:lstStyle/>
        <a:p>
          <a:r>
            <a:rPr lang="vi-VN"/>
            <a:t>Nguồn dữ liệu: Bộ dữ liệu owid-co2-data.csv từ Our World in Data.</a:t>
          </a:r>
          <a:endParaRPr lang="en-US"/>
        </a:p>
      </dgm:t>
    </dgm:pt>
    <dgm:pt modelId="{A4C1C0A2-0168-47D6-963B-13916B3C7A63}" type="parTrans" cxnId="{69D3694B-8FD5-4C09-83EC-F608F0A54287}">
      <dgm:prSet/>
      <dgm:spPr/>
      <dgm:t>
        <a:bodyPr/>
        <a:lstStyle/>
        <a:p>
          <a:endParaRPr lang="en-US"/>
        </a:p>
      </dgm:t>
    </dgm:pt>
    <dgm:pt modelId="{5253FBFA-1BA4-4146-B529-C9F70A97142D}" type="sibTrans" cxnId="{69D3694B-8FD5-4C09-83EC-F608F0A54287}">
      <dgm:prSet/>
      <dgm:spPr/>
      <dgm:t>
        <a:bodyPr/>
        <a:lstStyle/>
        <a:p>
          <a:endParaRPr lang="en-US"/>
        </a:p>
      </dgm:t>
    </dgm:pt>
    <dgm:pt modelId="{75886A3C-9813-40BE-A402-674D76E1F36D}">
      <dgm:prSet/>
      <dgm:spPr/>
      <dgm:t>
        <a:bodyPr/>
        <a:lstStyle/>
        <a:p>
          <a:r>
            <a:rPr lang="vi-VN"/>
            <a:t>Khối lượng: Hàng chục ngàn dòng dữ liệu lịch sử từ năm 1990 đến 2024.</a:t>
          </a:r>
          <a:endParaRPr lang="en-US"/>
        </a:p>
      </dgm:t>
    </dgm:pt>
    <dgm:pt modelId="{A984E5FA-D1FD-416B-8439-8D31DE2DAAF5}" type="parTrans" cxnId="{C42025A6-6AB4-46AE-8FE3-235BF8804E60}">
      <dgm:prSet/>
      <dgm:spPr/>
      <dgm:t>
        <a:bodyPr/>
        <a:lstStyle/>
        <a:p>
          <a:endParaRPr lang="en-US"/>
        </a:p>
      </dgm:t>
    </dgm:pt>
    <dgm:pt modelId="{B471945E-D011-481D-9C2F-8685E10E40BD}" type="sibTrans" cxnId="{C42025A6-6AB4-46AE-8FE3-235BF8804E60}">
      <dgm:prSet/>
      <dgm:spPr/>
      <dgm:t>
        <a:bodyPr/>
        <a:lstStyle/>
        <a:p>
          <a:endParaRPr lang="en-US"/>
        </a:p>
      </dgm:t>
    </dgm:pt>
    <dgm:pt modelId="{76A3BE42-97E2-45CA-8281-15140F9E7578}">
      <dgm:prSet/>
      <dgm:spPr/>
      <dgm:t>
        <a:bodyPr/>
        <a:lstStyle/>
        <a:p>
          <a:r>
            <a:rPr lang="vi-VN"/>
            <a:t>Các vấn đề của dữ liệu thô:</a:t>
          </a:r>
          <a:endParaRPr lang="en-US"/>
        </a:p>
      </dgm:t>
    </dgm:pt>
    <dgm:pt modelId="{E07FDA88-7624-4661-8943-5DA2D361B07C}" type="parTrans" cxnId="{A98D847F-1BF2-4AD3-B291-BFB0051C7A55}">
      <dgm:prSet/>
      <dgm:spPr/>
      <dgm:t>
        <a:bodyPr/>
        <a:lstStyle/>
        <a:p>
          <a:endParaRPr lang="en-US"/>
        </a:p>
      </dgm:t>
    </dgm:pt>
    <dgm:pt modelId="{7E3B4157-4E48-41BA-81BD-983C056AC6DD}" type="sibTrans" cxnId="{A98D847F-1BF2-4AD3-B291-BFB0051C7A55}">
      <dgm:prSet/>
      <dgm:spPr/>
      <dgm:t>
        <a:bodyPr/>
        <a:lstStyle/>
        <a:p>
          <a:endParaRPr lang="en-US"/>
        </a:p>
      </dgm:t>
    </dgm:pt>
    <dgm:pt modelId="{3D1FAFD4-E37F-4EA1-8574-45ACAA581AFB}">
      <dgm:prSet/>
      <dgm:spPr/>
      <dgm:t>
        <a:bodyPr/>
        <a:lstStyle/>
        <a:p>
          <a:r>
            <a:rPr lang="vi-VN"/>
            <a:t>- Bị khuyết thiếu (NaN) rất nhiều ở những năm quá khứ.</a:t>
          </a:r>
          <a:endParaRPr lang="en-US"/>
        </a:p>
      </dgm:t>
    </dgm:pt>
    <dgm:pt modelId="{66DD115F-A05A-452B-8A2B-218C3738DC1A}" type="parTrans" cxnId="{B74830ED-2862-4C9F-9FAA-C454FA9634AE}">
      <dgm:prSet/>
      <dgm:spPr/>
      <dgm:t>
        <a:bodyPr/>
        <a:lstStyle/>
        <a:p>
          <a:endParaRPr lang="en-US"/>
        </a:p>
      </dgm:t>
    </dgm:pt>
    <dgm:pt modelId="{B91121B6-5D12-43C4-8F1E-5F1236ACDE77}" type="sibTrans" cxnId="{B74830ED-2862-4C9F-9FAA-C454FA9634AE}">
      <dgm:prSet/>
      <dgm:spPr/>
      <dgm:t>
        <a:bodyPr/>
        <a:lstStyle/>
        <a:p>
          <a:endParaRPr lang="en-US"/>
        </a:p>
      </dgm:t>
    </dgm:pt>
    <dgm:pt modelId="{BF9265CD-3F36-456D-A1D1-C6253CCDFD86}">
      <dgm:prSet/>
      <dgm:spPr/>
      <dgm:t>
        <a:bodyPr/>
        <a:lstStyle/>
        <a:p>
          <a:r>
            <a:rPr lang="vi-VN"/>
            <a:t>- Cột quốc gia bị trộn lẫn với dữ liệu tổng gộp của Châu lục và Thế giới.</a:t>
          </a:r>
          <a:endParaRPr lang="en-US"/>
        </a:p>
      </dgm:t>
    </dgm:pt>
    <dgm:pt modelId="{A64C01B9-1D8B-4E80-B913-D248F8CDE5D4}" type="parTrans" cxnId="{7928C6FB-F6BB-4C1C-B33E-C205E43CCDA1}">
      <dgm:prSet/>
      <dgm:spPr/>
      <dgm:t>
        <a:bodyPr/>
        <a:lstStyle/>
        <a:p>
          <a:endParaRPr lang="en-US"/>
        </a:p>
      </dgm:t>
    </dgm:pt>
    <dgm:pt modelId="{E67E0A1C-BAFB-447E-A0B2-55E01DF1EA79}" type="sibTrans" cxnId="{7928C6FB-F6BB-4C1C-B33E-C205E43CCDA1}">
      <dgm:prSet/>
      <dgm:spPr/>
      <dgm:t>
        <a:bodyPr/>
        <a:lstStyle/>
        <a:p>
          <a:endParaRPr lang="en-US"/>
        </a:p>
      </dgm:t>
    </dgm:pt>
    <dgm:pt modelId="{7916775D-4CD5-416A-A69A-F8778A844E66}" type="pres">
      <dgm:prSet presAssocID="{AE7DCCDA-1BFA-4077-BE30-0F9C1436162B}" presName="linear" presStyleCnt="0">
        <dgm:presLayoutVars>
          <dgm:animLvl val="lvl"/>
          <dgm:resizeHandles val="exact"/>
        </dgm:presLayoutVars>
      </dgm:prSet>
      <dgm:spPr/>
    </dgm:pt>
    <dgm:pt modelId="{850C7134-9508-452D-8B66-3AD16BD0C3E4}" type="pres">
      <dgm:prSet presAssocID="{1252BFA4-0985-42CC-890B-8EAFA2F3FA6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BC38A4D-20B0-44EE-B5BD-F437866A49AD}" type="pres">
      <dgm:prSet presAssocID="{5253FBFA-1BA4-4146-B529-C9F70A97142D}" presName="spacer" presStyleCnt="0"/>
      <dgm:spPr/>
    </dgm:pt>
    <dgm:pt modelId="{7020FB9B-C3B7-4EE4-AA48-B1F6E83C2CE0}" type="pres">
      <dgm:prSet presAssocID="{75886A3C-9813-40BE-A402-674D76E1F36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654443F-8A89-47AD-9899-11E31B4DBD67}" type="pres">
      <dgm:prSet presAssocID="{B471945E-D011-481D-9C2F-8685E10E40BD}" presName="spacer" presStyleCnt="0"/>
      <dgm:spPr/>
    </dgm:pt>
    <dgm:pt modelId="{A509F96D-D319-4718-8EDA-65471CB039E3}" type="pres">
      <dgm:prSet presAssocID="{76A3BE42-97E2-45CA-8281-15140F9E757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6668439-507E-4239-AB00-D407398AD012}" type="pres">
      <dgm:prSet presAssocID="{7E3B4157-4E48-41BA-81BD-983C056AC6DD}" presName="spacer" presStyleCnt="0"/>
      <dgm:spPr/>
    </dgm:pt>
    <dgm:pt modelId="{9D33FEBB-055C-4126-A039-A73BEDF09933}" type="pres">
      <dgm:prSet presAssocID="{3D1FAFD4-E37F-4EA1-8574-45ACAA581AF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23382FC-9AA5-4F79-9BA5-F8C25479CCAB}" type="pres">
      <dgm:prSet presAssocID="{B91121B6-5D12-43C4-8F1E-5F1236ACDE77}" presName="spacer" presStyleCnt="0"/>
      <dgm:spPr/>
    </dgm:pt>
    <dgm:pt modelId="{047487F4-2741-43EE-8418-F1CC96F12EA1}" type="pres">
      <dgm:prSet presAssocID="{BF9265CD-3F36-456D-A1D1-C6253CCDFD8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E2C0A00-E020-4870-8BD4-7BCBAA476B10}" type="presOf" srcId="{1252BFA4-0985-42CC-890B-8EAFA2F3FA63}" destId="{850C7134-9508-452D-8B66-3AD16BD0C3E4}" srcOrd="0" destOrd="0" presId="urn:microsoft.com/office/officeart/2005/8/layout/vList2"/>
    <dgm:cxn modelId="{3FCAC421-3390-46B7-8396-80D1A57F641E}" type="presOf" srcId="{BF9265CD-3F36-456D-A1D1-C6253CCDFD86}" destId="{047487F4-2741-43EE-8418-F1CC96F12EA1}" srcOrd="0" destOrd="0" presId="urn:microsoft.com/office/officeart/2005/8/layout/vList2"/>
    <dgm:cxn modelId="{69D3694B-8FD5-4C09-83EC-F608F0A54287}" srcId="{AE7DCCDA-1BFA-4077-BE30-0F9C1436162B}" destId="{1252BFA4-0985-42CC-890B-8EAFA2F3FA63}" srcOrd="0" destOrd="0" parTransId="{A4C1C0A2-0168-47D6-963B-13916B3C7A63}" sibTransId="{5253FBFA-1BA4-4146-B529-C9F70A97142D}"/>
    <dgm:cxn modelId="{D3A4C078-9786-4A27-942E-B43116CED467}" type="presOf" srcId="{75886A3C-9813-40BE-A402-674D76E1F36D}" destId="{7020FB9B-C3B7-4EE4-AA48-B1F6E83C2CE0}" srcOrd="0" destOrd="0" presId="urn:microsoft.com/office/officeart/2005/8/layout/vList2"/>
    <dgm:cxn modelId="{A98D847F-1BF2-4AD3-B291-BFB0051C7A55}" srcId="{AE7DCCDA-1BFA-4077-BE30-0F9C1436162B}" destId="{76A3BE42-97E2-45CA-8281-15140F9E7578}" srcOrd="2" destOrd="0" parTransId="{E07FDA88-7624-4661-8943-5DA2D361B07C}" sibTransId="{7E3B4157-4E48-41BA-81BD-983C056AC6DD}"/>
    <dgm:cxn modelId="{C6D13785-9EBE-4FF3-B767-099DAB1A4EB7}" type="presOf" srcId="{AE7DCCDA-1BFA-4077-BE30-0F9C1436162B}" destId="{7916775D-4CD5-416A-A69A-F8778A844E66}" srcOrd="0" destOrd="0" presId="urn:microsoft.com/office/officeart/2005/8/layout/vList2"/>
    <dgm:cxn modelId="{AAA5208C-469A-4657-9927-7E9EB4415662}" type="presOf" srcId="{3D1FAFD4-E37F-4EA1-8574-45ACAA581AFB}" destId="{9D33FEBB-055C-4126-A039-A73BEDF09933}" srcOrd="0" destOrd="0" presId="urn:microsoft.com/office/officeart/2005/8/layout/vList2"/>
    <dgm:cxn modelId="{A290C29D-BFCA-43E1-8DB6-CA055A35E68F}" type="presOf" srcId="{76A3BE42-97E2-45CA-8281-15140F9E7578}" destId="{A509F96D-D319-4718-8EDA-65471CB039E3}" srcOrd="0" destOrd="0" presId="urn:microsoft.com/office/officeart/2005/8/layout/vList2"/>
    <dgm:cxn modelId="{C42025A6-6AB4-46AE-8FE3-235BF8804E60}" srcId="{AE7DCCDA-1BFA-4077-BE30-0F9C1436162B}" destId="{75886A3C-9813-40BE-A402-674D76E1F36D}" srcOrd="1" destOrd="0" parTransId="{A984E5FA-D1FD-416B-8439-8D31DE2DAAF5}" sibTransId="{B471945E-D011-481D-9C2F-8685E10E40BD}"/>
    <dgm:cxn modelId="{B74830ED-2862-4C9F-9FAA-C454FA9634AE}" srcId="{AE7DCCDA-1BFA-4077-BE30-0F9C1436162B}" destId="{3D1FAFD4-E37F-4EA1-8574-45ACAA581AFB}" srcOrd="3" destOrd="0" parTransId="{66DD115F-A05A-452B-8A2B-218C3738DC1A}" sibTransId="{B91121B6-5D12-43C4-8F1E-5F1236ACDE77}"/>
    <dgm:cxn modelId="{7928C6FB-F6BB-4C1C-B33E-C205E43CCDA1}" srcId="{AE7DCCDA-1BFA-4077-BE30-0F9C1436162B}" destId="{BF9265CD-3F36-456D-A1D1-C6253CCDFD86}" srcOrd="4" destOrd="0" parTransId="{A64C01B9-1D8B-4E80-B913-D248F8CDE5D4}" sibTransId="{E67E0A1C-BAFB-447E-A0B2-55E01DF1EA79}"/>
    <dgm:cxn modelId="{3CC6B194-76A7-4525-A193-505FE660194F}" type="presParOf" srcId="{7916775D-4CD5-416A-A69A-F8778A844E66}" destId="{850C7134-9508-452D-8B66-3AD16BD0C3E4}" srcOrd="0" destOrd="0" presId="urn:microsoft.com/office/officeart/2005/8/layout/vList2"/>
    <dgm:cxn modelId="{F34BA9A3-A7E5-4E72-A0FD-B8746D39AA87}" type="presParOf" srcId="{7916775D-4CD5-416A-A69A-F8778A844E66}" destId="{8BC38A4D-20B0-44EE-B5BD-F437866A49AD}" srcOrd="1" destOrd="0" presId="urn:microsoft.com/office/officeart/2005/8/layout/vList2"/>
    <dgm:cxn modelId="{615C9A29-53E3-432F-A544-DB07A47E6586}" type="presParOf" srcId="{7916775D-4CD5-416A-A69A-F8778A844E66}" destId="{7020FB9B-C3B7-4EE4-AA48-B1F6E83C2CE0}" srcOrd="2" destOrd="0" presId="urn:microsoft.com/office/officeart/2005/8/layout/vList2"/>
    <dgm:cxn modelId="{86E956CE-F281-4E2C-AB8B-560D4F97DF4A}" type="presParOf" srcId="{7916775D-4CD5-416A-A69A-F8778A844E66}" destId="{4654443F-8A89-47AD-9899-11E31B4DBD67}" srcOrd="3" destOrd="0" presId="urn:microsoft.com/office/officeart/2005/8/layout/vList2"/>
    <dgm:cxn modelId="{81943D7D-8403-4F2A-A27F-E1D10559F34E}" type="presParOf" srcId="{7916775D-4CD5-416A-A69A-F8778A844E66}" destId="{A509F96D-D319-4718-8EDA-65471CB039E3}" srcOrd="4" destOrd="0" presId="urn:microsoft.com/office/officeart/2005/8/layout/vList2"/>
    <dgm:cxn modelId="{591E20CC-DE9F-4FBA-8CB7-95B8C9DADAD6}" type="presParOf" srcId="{7916775D-4CD5-416A-A69A-F8778A844E66}" destId="{F6668439-507E-4239-AB00-D407398AD012}" srcOrd="5" destOrd="0" presId="urn:microsoft.com/office/officeart/2005/8/layout/vList2"/>
    <dgm:cxn modelId="{62B0B3AE-290A-4D6D-AE4F-ECA8E7CBEEE6}" type="presParOf" srcId="{7916775D-4CD5-416A-A69A-F8778A844E66}" destId="{9D33FEBB-055C-4126-A039-A73BEDF09933}" srcOrd="6" destOrd="0" presId="urn:microsoft.com/office/officeart/2005/8/layout/vList2"/>
    <dgm:cxn modelId="{13D37326-2C1F-457B-A62A-FCFC38B8808A}" type="presParOf" srcId="{7916775D-4CD5-416A-A69A-F8778A844E66}" destId="{C23382FC-9AA5-4F79-9BA5-F8C25479CCAB}" srcOrd="7" destOrd="0" presId="urn:microsoft.com/office/officeart/2005/8/layout/vList2"/>
    <dgm:cxn modelId="{D20E6F24-C5E3-4D29-8432-70F66D17F5D8}" type="presParOf" srcId="{7916775D-4CD5-416A-A69A-F8778A844E66}" destId="{047487F4-2741-43EE-8418-F1CC96F12EA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9D62DF-EFF3-4BBF-A900-AA0EF9F9C83E}" type="doc">
      <dgm:prSet loTypeId="urn:microsoft.com/office/officeart/2005/8/layout/vList2" loCatId="list" qsTypeId="urn:microsoft.com/office/officeart/2005/8/quickstyle/simple4#8" qsCatId="simple" csTypeId="urn:microsoft.com/office/officeart/2005/8/colors/colorful5#6" csCatId="colorful"/>
      <dgm:spPr/>
      <dgm:t>
        <a:bodyPr/>
        <a:lstStyle/>
        <a:p>
          <a:endParaRPr lang="en-US"/>
        </a:p>
      </dgm:t>
    </dgm:pt>
    <dgm:pt modelId="{3F56833E-6228-46F1-A3EC-EBFC86B9282F}">
      <dgm:prSet/>
      <dgm:spPr/>
      <dgm:t>
        <a:bodyPr/>
        <a:lstStyle/>
        <a:p>
          <a:r>
            <a:rPr lang="vi-VN"/>
            <a:t>Công cụ sử dụng: Thư viện Pandas (Python).</a:t>
          </a:r>
          <a:endParaRPr lang="en-US"/>
        </a:p>
      </dgm:t>
    </dgm:pt>
    <dgm:pt modelId="{740F183D-6814-4C9D-B3EE-176BE0BAE170}" type="parTrans" cxnId="{4208E053-2185-496C-83FC-1194E22185CF}">
      <dgm:prSet/>
      <dgm:spPr/>
      <dgm:t>
        <a:bodyPr/>
        <a:lstStyle/>
        <a:p>
          <a:endParaRPr lang="en-US"/>
        </a:p>
      </dgm:t>
    </dgm:pt>
    <dgm:pt modelId="{E06A8DFB-0886-4ACA-9BC8-707C38781E1E}" type="sibTrans" cxnId="{4208E053-2185-496C-83FC-1194E22185CF}">
      <dgm:prSet/>
      <dgm:spPr/>
      <dgm:t>
        <a:bodyPr/>
        <a:lstStyle/>
        <a:p>
          <a:endParaRPr lang="en-US"/>
        </a:p>
      </dgm:t>
    </dgm:pt>
    <dgm:pt modelId="{0CFA3B08-3B03-4262-88BC-268014E117BC}">
      <dgm:prSet/>
      <dgm:spPr/>
      <dgm:t>
        <a:bodyPr/>
        <a:lstStyle/>
        <a:p>
          <a:r>
            <a:rPr lang="vi-VN"/>
            <a:t>Quy trình Data Pipeline:</a:t>
          </a:r>
          <a:endParaRPr lang="en-US"/>
        </a:p>
      </dgm:t>
    </dgm:pt>
    <dgm:pt modelId="{F86FBFD0-7DAC-4AB6-A943-660DFCF983A0}" type="parTrans" cxnId="{66DDB3A9-C0C2-4CB7-A28C-0B3DE628A1B1}">
      <dgm:prSet/>
      <dgm:spPr/>
      <dgm:t>
        <a:bodyPr/>
        <a:lstStyle/>
        <a:p>
          <a:endParaRPr lang="en-US"/>
        </a:p>
      </dgm:t>
    </dgm:pt>
    <dgm:pt modelId="{00472423-24F0-45F6-904F-AA1E7016A5CB}" type="sibTrans" cxnId="{66DDB3A9-C0C2-4CB7-A28C-0B3DE628A1B1}">
      <dgm:prSet/>
      <dgm:spPr/>
      <dgm:t>
        <a:bodyPr/>
        <a:lstStyle/>
        <a:p>
          <a:endParaRPr lang="en-US"/>
        </a:p>
      </dgm:t>
    </dgm:pt>
    <dgm:pt modelId="{B42EE9FE-6354-44FD-BC0B-6D6441D300FF}">
      <dgm:prSet/>
      <dgm:spPr/>
      <dgm:t>
        <a:bodyPr/>
        <a:lstStyle/>
        <a:p>
          <a:r>
            <a:rPr lang="vi-VN"/>
            <a:t>- Dùng điều kiện [country != 'World'] để lọc bỏ các dòng tổng gộp, tránh sai số.</a:t>
          </a:r>
          <a:endParaRPr lang="en-US"/>
        </a:p>
      </dgm:t>
    </dgm:pt>
    <dgm:pt modelId="{6C9110E5-F65A-4509-B33B-FA29E7414F32}" type="parTrans" cxnId="{B0E70891-9BA1-452C-9B6F-99B86AEE5EC6}">
      <dgm:prSet/>
      <dgm:spPr/>
      <dgm:t>
        <a:bodyPr/>
        <a:lstStyle/>
        <a:p>
          <a:endParaRPr lang="en-US"/>
        </a:p>
      </dgm:t>
    </dgm:pt>
    <dgm:pt modelId="{700E611A-9F80-4665-A965-FA76D63D4078}" type="sibTrans" cxnId="{B0E70891-9BA1-452C-9B6F-99B86AEE5EC6}">
      <dgm:prSet/>
      <dgm:spPr/>
      <dgm:t>
        <a:bodyPr/>
        <a:lstStyle/>
        <a:p>
          <a:endParaRPr lang="en-US"/>
        </a:p>
      </dgm:t>
    </dgm:pt>
    <dgm:pt modelId="{041F7BD3-706A-4383-908A-A44D4D107AB0}">
      <dgm:prSet/>
      <dgm:spPr/>
      <dgm:t>
        <a:bodyPr/>
        <a:lstStyle/>
        <a:p>
          <a:r>
            <a:rPr lang="vi-VN"/>
            <a:t>- Dùng hàm pd.to_numeric() để ép kiểu dữ liệu chuỗi về dạng số chuẩn.</a:t>
          </a:r>
          <a:endParaRPr lang="en-US"/>
        </a:p>
      </dgm:t>
    </dgm:pt>
    <dgm:pt modelId="{7D7C2D8A-9BE8-4C50-AE4E-DB9D8CC7DAA1}" type="parTrans" cxnId="{BEB2C300-2DC6-451D-8224-FB79F66C96CC}">
      <dgm:prSet/>
      <dgm:spPr/>
      <dgm:t>
        <a:bodyPr/>
        <a:lstStyle/>
        <a:p>
          <a:endParaRPr lang="en-US"/>
        </a:p>
      </dgm:t>
    </dgm:pt>
    <dgm:pt modelId="{CB8B06C0-3F2B-4439-8FD7-46208A6B06F4}" type="sibTrans" cxnId="{BEB2C300-2DC6-451D-8224-FB79F66C96CC}">
      <dgm:prSet/>
      <dgm:spPr/>
      <dgm:t>
        <a:bodyPr/>
        <a:lstStyle/>
        <a:p>
          <a:endParaRPr lang="en-US"/>
        </a:p>
      </dgm:t>
    </dgm:pt>
    <dgm:pt modelId="{5625503E-1C60-411D-A8B1-B9BA70FD2BF4}">
      <dgm:prSet/>
      <dgm:spPr/>
      <dgm:t>
        <a:bodyPr/>
        <a:lstStyle/>
        <a:p>
          <a:r>
            <a:rPr lang="vi-VN"/>
            <a:t>- Dùng hàm fillna(0) để thay số 0 vào các ô dữ liệu bị khuyết thay vì xóa hẳn dòng.</a:t>
          </a:r>
          <a:endParaRPr lang="en-US"/>
        </a:p>
      </dgm:t>
    </dgm:pt>
    <dgm:pt modelId="{B0BDA4A2-ECD7-4282-AD9B-A577DDEEAF5C}" type="parTrans" cxnId="{E2464EF4-C351-41EA-88E7-374F55FD9C27}">
      <dgm:prSet/>
      <dgm:spPr/>
      <dgm:t>
        <a:bodyPr/>
        <a:lstStyle/>
        <a:p>
          <a:endParaRPr lang="en-US"/>
        </a:p>
      </dgm:t>
    </dgm:pt>
    <dgm:pt modelId="{2704B50A-E584-4306-B05D-278F75414CB9}" type="sibTrans" cxnId="{E2464EF4-C351-41EA-88E7-374F55FD9C27}">
      <dgm:prSet/>
      <dgm:spPr/>
      <dgm:t>
        <a:bodyPr/>
        <a:lstStyle/>
        <a:p>
          <a:endParaRPr lang="en-US"/>
        </a:p>
      </dgm:t>
    </dgm:pt>
    <dgm:pt modelId="{1445B5FD-DA8D-4917-BF15-1BD907A0A871}" type="pres">
      <dgm:prSet presAssocID="{3A9D62DF-EFF3-4BBF-A900-AA0EF9F9C83E}" presName="linear" presStyleCnt="0">
        <dgm:presLayoutVars>
          <dgm:animLvl val="lvl"/>
          <dgm:resizeHandles val="exact"/>
        </dgm:presLayoutVars>
      </dgm:prSet>
      <dgm:spPr/>
    </dgm:pt>
    <dgm:pt modelId="{0CD969C5-DFA0-48C8-8E1A-E404E5762373}" type="pres">
      <dgm:prSet presAssocID="{3F56833E-6228-46F1-A3EC-EBFC86B9282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299C36C-C996-4095-948C-B6B53AF7B7C7}" type="pres">
      <dgm:prSet presAssocID="{E06A8DFB-0886-4ACA-9BC8-707C38781E1E}" presName="spacer" presStyleCnt="0"/>
      <dgm:spPr/>
    </dgm:pt>
    <dgm:pt modelId="{8B296EEF-8BDA-4302-BE76-9B7369F34A9C}" type="pres">
      <dgm:prSet presAssocID="{0CFA3B08-3B03-4262-88BC-268014E117B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C98E0A7-118A-4578-A6B0-5B8C32ABC589}" type="pres">
      <dgm:prSet presAssocID="{00472423-24F0-45F6-904F-AA1E7016A5CB}" presName="spacer" presStyleCnt="0"/>
      <dgm:spPr/>
    </dgm:pt>
    <dgm:pt modelId="{06F9700F-D629-4F70-9169-6924190AD778}" type="pres">
      <dgm:prSet presAssocID="{B42EE9FE-6354-44FD-BC0B-6D6441D300F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9DABACC-E9E0-4A02-8D83-27A9FBB97F4F}" type="pres">
      <dgm:prSet presAssocID="{700E611A-9F80-4665-A965-FA76D63D4078}" presName="spacer" presStyleCnt="0"/>
      <dgm:spPr/>
    </dgm:pt>
    <dgm:pt modelId="{24828FEE-892D-4DED-AA93-B6CB891D372F}" type="pres">
      <dgm:prSet presAssocID="{041F7BD3-706A-4383-908A-A44D4D107AB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8A12688-43D3-441C-A1C0-8F8B13B58C47}" type="pres">
      <dgm:prSet presAssocID="{CB8B06C0-3F2B-4439-8FD7-46208A6B06F4}" presName="spacer" presStyleCnt="0"/>
      <dgm:spPr/>
    </dgm:pt>
    <dgm:pt modelId="{04948F85-A588-4FA4-BBC0-1D645B5C6010}" type="pres">
      <dgm:prSet presAssocID="{5625503E-1C60-411D-A8B1-B9BA70FD2BF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EB2C300-2DC6-451D-8224-FB79F66C96CC}" srcId="{3A9D62DF-EFF3-4BBF-A900-AA0EF9F9C83E}" destId="{041F7BD3-706A-4383-908A-A44D4D107AB0}" srcOrd="3" destOrd="0" parTransId="{7D7C2D8A-9BE8-4C50-AE4E-DB9D8CC7DAA1}" sibTransId="{CB8B06C0-3F2B-4439-8FD7-46208A6B06F4}"/>
    <dgm:cxn modelId="{6D695A44-9103-442B-AC4A-DFFBDBA0FA07}" type="presOf" srcId="{3F56833E-6228-46F1-A3EC-EBFC86B9282F}" destId="{0CD969C5-DFA0-48C8-8E1A-E404E5762373}" srcOrd="0" destOrd="0" presId="urn:microsoft.com/office/officeart/2005/8/layout/vList2"/>
    <dgm:cxn modelId="{4208E053-2185-496C-83FC-1194E22185CF}" srcId="{3A9D62DF-EFF3-4BBF-A900-AA0EF9F9C83E}" destId="{3F56833E-6228-46F1-A3EC-EBFC86B9282F}" srcOrd="0" destOrd="0" parTransId="{740F183D-6814-4C9D-B3EE-176BE0BAE170}" sibTransId="{E06A8DFB-0886-4ACA-9BC8-707C38781E1E}"/>
    <dgm:cxn modelId="{C749FD82-0DFF-424B-A9E9-0BE070F42CEA}" type="presOf" srcId="{B42EE9FE-6354-44FD-BC0B-6D6441D300FF}" destId="{06F9700F-D629-4F70-9169-6924190AD778}" srcOrd="0" destOrd="0" presId="urn:microsoft.com/office/officeart/2005/8/layout/vList2"/>
    <dgm:cxn modelId="{B0E70891-9BA1-452C-9B6F-99B86AEE5EC6}" srcId="{3A9D62DF-EFF3-4BBF-A900-AA0EF9F9C83E}" destId="{B42EE9FE-6354-44FD-BC0B-6D6441D300FF}" srcOrd="2" destOrd="0" parTransId="{6C9110E5-F65A-4509-B33B-FA29E7414F32}" sibTransId="{700E611A-9F80-4665-A965-FA76D63D4078}"/>
    <dgm:cxn modelId="{66DDB3A9-C0C2-4CB7-A28C-0B3DE628A1B1}" srcId="{3A9D62DF-EFF3-4BBF-A900-AA0EF9F9C83E}" destId="{0CFA3B08-3B03-4262-88BC-268014E117BC}" srcOrd="1" destOrd="0" parTransId="{F86FBFD0-7DAC-4AB6-A943-660DFCF983A0}" sibTransId="{00472423-24F0-45F6-904F-AA1E7016A5CB}"/>
    <dgm:cxn modelId="{04A083C6-E5A9-478D-B5FD-0D1EEF65E3AF}" type="presOf" srcId="{0CFA3B08-3B03-4262-88BC-268014E117BC}" destId="{8B296EEF-8BDA-4302-BE76-9B7369F34A9C}" srcOrd="0" destOrd="0" presId="urn:microsoft.com/office/officeart/2005/8/layout/vList2"/>
    <dgm:cxn modelId="{BFE97CD3-C901-47AE-869D-6D2172196862}" type="presOf" srcId="{3A9D62DF-EFF3-4BBF-A900-AA0EF9F9C83E}" destId="{1445B5FD-DA8D-4917-BF15-1BD907A0A871}" srcOrd="0" destOrd="0" presId="urn:microsoft.com/office/officeart/2005/8/layout/vList2"/>
    <dgm:cxn modelId="{7F927DDE-5A55-4D1A-B14D-DE85D7C34E20}" type="presOf" srcId="{041F7BD3-706A-4383-908A-A44D4D107AB0}" destId="{24828FEE-892D-4DED-AA93-B6CB891D372F}" srcOrd="0" destOrd="0" presId="urn:microsoft.com/office/officeart/2005/8/layout/vList2"/>
    <dgm:cxn modelId="{4470CEDE-7BF4-4210-94A9-3E61363800F5}" type="presOf" srcId="{5625503E-1C60-411D-A8B1-B9BA70FD2BF4}" destId="{04948F85-A588-4FA4-BBC0-1D645B5C6010}" srcOrd="0" destOrd="0" presId="urn:microsoft.com/office/officeart/2005/8/layout/vList2"/>
    <dgm:cxn modelId="{E2464EF4-C351-41EA-88E7-374F55FD9C27}" srcId="{3A9D62DF-EFF3-4BBF-A900-AA0EF9F9C83E}" destId="{5625503E-1C60-411D-A8B1-B9BA70FD2BF4}" srcOrd="4" destOrd="0" parTransId="{B0BDA4A2-ECD7-4282-AD9B-A577DDEEAF5C}" sibTransId="{2704B50A-E584-4306-B05D-278F75414CB9}"/>
    <dgm:cxn modelId="{44DA8A46-9CF8-45B4-87BE-8348A4B321FD}" type="presParOf" srcId="{1445B5FD-DA8D-4917-BF15-1BD907A0A871}" destId="{0CD969C5-DFA0-48C8-8E1A-E404E5762373}" srcOrd="0" destOrd="0" presId="urn:microsoft.com/office/officeart/2005/8/layout/vList2"/>
    <dgm:cxn modelId="{E3C896CB-E6CE-4B9E-8519-4145ED9AC3F9}" type="presParOf" srcId="{1445B5FD-DA8D-4917-BF15-1BD907A0A871}" destId="{0299C36C-C996-4095-948C-B6B53AF7B7C7}" srcOrd="1" destOrd="0" presId="urn:microsoft.com/office/officeart/2005/8/layout/vList2"/>
    <dgm:cxn modelId="{AC3B850C-C41E-49BF-BEB2-796B8BB88AB7}" type="presParOf" srcId="{1445B5FD-DA8D-4917-BF15-1BD907A0A871}" destId="{8B296EEF-8BDA-4302-BE76-9B7369F34A9C}" srcOrd="2" destOrd="0" presId="urn:microsoft.com/office/officeart/2005/8/layout/vList2"/>
    <dgm:cxn modelId="{D6359633-2C39-49C1-9C5B-9EE89C8B0760}" type="presParOf" srcId="{1445B5FD-DA8D-4917-BF15-1BD907A0A871}" destId="{4C98E0A7-118A-4578-A6B0-5B8C32ABC589}" srcOrd="3" destOrd="0" presId="urn:microsoft.com/office/officeart/2005/8/layout/vList2"/>
    <dgm:cxn modelId="{2CBB3EDA-8C0E-4875-9FCE-DFCD2B8D9D2C}" type="presParOf" srcId="{1445B5FD-DA8D-4917-BF15-1BD907A0A871}" destId="{06F9700F-D629-4F70-9169-6924190AD778}" srcOrd="4" destOrd="0" presId="urn:microsoft.com/office/officeart/2005/8/layout/vList2"/>
    <dgm:cxn modelId="{6B493142-080E-4CF2-A2A6-062DAA3849C9}" type="presParOf" srcId="{1445B5FD-DA8D-4917-BF15-1BD907A0A871}" destId="{B9DABACC-E9E0-4A02-8D83-27A9FBB97F4F}" srcOrd="5" destOrd="0" presId="urn:microsoft.com/office/officeart/2005/8/layout/vList2"/>
    <dgm:cxn modelId="{515E5C9D-E9ED-4391-99A5-95965AC422A2}" type="presParOf" srcId="{1445B5FD-DA8D-4917-BF15-1BD907A0A871}" destId="{24828FEE-892D-4DED-AA93-B6CB891D372F}" srcOrd="6" destOrd="0" presId="urn:microsoft.com/office/officeart/2005/8/layout/vList2"/>
    <dgm:cxn modelId="{45B5AB21-5D8F-4303-B33F-FDA6C95EC2E3}" type="presParOf" srcId="{1445B5FD-DA8D-4917-BF15-1BD907A0A871}" destId="{08A12688-43D3-441C-A1C0-8F8B13B58C47}" srcOrd="7" destOrd="0" presId="urn:microsoft.com/office/officeart/2005/8/layout/vList2"/>
    <dgm:cxn modelId="{9832CBC2-C153-4B58-A39E-AEF92A8D15ED}" type="presParOf" srcId="{1445B5FD-DA8D-4917-BF15-1BD907A0A871}" destId="{04948F85-A588-4FA4-BBC0-1D645B5C601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8196A4-6EB2-495E-A179-9125CF651FB7}" type="doc">
      <dgm:prSet loTypeId="urn:microsoft.com/office/officeart/2005/8/layout/vList2" loCatId="list" qsTypeId="urn:microsoft.com/office/officeart/2005/8/quickstyle/simple1#100" qsCatId="simple" csTypeId="urn:microsoft.com/office/officeart/2005/8/colors/colorful1#30" csCatId="colorful"/>
      <dgm:spPr/>
      <dgm:t>
        <a:bodyPr/>
        <a:lstStyle/>
        <a:p>
          <a:endParaRPr lang="en-US"/>
        </a:p>
      </dgm:t>
    </dgm:pt>
    <dgm:pt modelId="{7842A2A1-608D-453A-BC73-6C09EE74F795}">
      <dgm:prSet/>
      <dgm:spPr/>
      <dgm:t>
        <a:bodyPr/>
        <a:lstStyle/>
        <a:p>
          <a:r>
            <a:rPr lang="vi-VN"/>
            <a:t>Xây dựng các RESTful API chuẩn mực:</a:t>
          </a:r>
          <a:endParaRPr lang="en-US"/>
        </a:p>
      </dgm:t>
    </dgm:pt>
    <dgm:pt modelId="{74F7759E-48A6-4DFB-9B9A-446545868A5C}" type="parTrans" cxnId="{CBD5FF65-E0BE-417D-BC4A-0ED7E7F6AAEC}">
      <dgm:prSet/>
      <dgm:spPr/>
      <dgm:t>
        <a:bodyPr/>
        <a:lstStyle/>
        <a:p>
          <a:endParaRPr lang="en-US"/>
        </a:p>
      </dgm:t>
    </dgm:pt>
    <dgm:pt modelId="{39E2EAD4-4ADE-4E59-979D-D2825448EF1F}" type="sibTrans" cxnId="{CBD5FF65-E0BE-417D-BC4A-0ED7E7F6AAEC}">
      <dgm:prSet/>
      <dgm:spPr/>
      <dgm:t>
        <a:bodyPr/>
        <a:lstStyle/>
        <a:p>
          <a:endParaRPr lang="en-US"/>
        </a:p>
      </dgm:t>
    </dgm:pt>
    <dgm:pt modelId="{569EC35D-BEAB-4A84-920C-8E6A3271A809}">
      <dgm:prSet/>
      <dgm:spPr/>
      <dgm:t>
        <a:bodyPr/>
        <a:lstStyle/>
        <a:p>
          <a:r>
            <a:rPr lang="vi-VN"/>
            <a:t>- /api/countries: Lấy danh sách quốc gia đổ vào thẻ Select.</a:t>
          </a:r>
          <a:endParaRPr lang="en-US"/>
        </a:p>
      </dgm:t>
    </dgm:pt>
    <dgm:pt modelId="{DCECF1E5-1C19-4A58-9CB6-CA398DD5A841}" type="parTrans" cxnId="{5C4F3414-3525-481B-8B42-05262464E072}">
      <dgm:prSet/>
      <dgm:spPr/>
      <dgm:t>
        <a:bodyPr/>
        <a:lstStyle/>
        <a:p>
          <a:endParaRPr lang="en-US"/>
        </a:p>
      </dgm:t>
    </dgm:pt>
    <dgm:pt modelId="{CE1A0095-EDB6-41BE-BAF5-0E830EAFFC46}" type="sibTrans" cxnId="{5C4F3414-3525-481B-8B42-05262464E072}">
      <dgm:prSet/>
      <dgm:spPr/>
      <dgm:t>
        <a:bodyPr/>
        <a:lstStyle/>
        <a:p>
          <a:endParaRPr lang="en-US"/>
        </a:p>
      </dgm:t>
    </dgm:pt>
    <dgm:pt modelId="{601CC194-C734-48E8-BD5A-B006815542BB}">
      <dgm:prSet/>
      <dgm:spPr/>
      <dgm:t>
        <a:bodyPr/>
        <a:lstStyle/>
        <a:p>
          <a:r>
            <a:rPr lang="vi-VN"/>
            <a:t>- /api/stats: Xử lý lọc tham số (?from=&amp;to=&amp;countries=).</a:t>
          </a:r>
          <a:endParaRPr lang="en-US"/>
        </a:p>
      </dgm:t>
    </dgm:pt>
    <dgm:pt modelId="{FDFEE5C3-4950-4572-B1A3-7128B367338A}" type="parTrans" cxnId="{8481DACB-9788-4190-A909-1B21803F5275}">
      <dgm:prSet/>
      <dgm:spPr/>
      <dgm:t>
        <a:bodyPr/>
        <a:lstStyle/>
        <a:p>
          <a:endParaRPr lang="en-US"/>
        </a:p>
      </dgm:t>
    </dgm:pt>
    <dgm:pt modelId="{E0A83CD0-1818-43FD-8F65-14A3F746B34D}" type="sibTrans" cxnId="{8481DACB-9788-4190-A909-1B21803F5275}">
      <dgm:prSet/>
      <dgm:spPr/>
      <dgm:t>
        <a:bodyPr/>
        <a:lstStyle/>
        <a:p>
          <a:endParaRPr lang="en-US"/>
        </a:p>
      </dgm:t>
    </dgm:pt>
    <dgm:pt modelId="{99969E1F-0D57-4434-83EB-4395134E6986}">
      <dgm:prSet/>
      <dgm:spPr/>
      <dgm:t>
        <a:bodyPr/>
        <a:lstStyle/>
        <a:p>
          <a:r>
            <a:rPr lang="vi-VN"/>
            <a:t>Bảo mật &amp; Kết nối:</a:t>
          </a:r>
          <a:endParaRPr lang="en-US"/>
        </a:p>
      </dgm:t>
    </dgm:pt>
    <dgm:pt modelId="{D544F327-BAF3-483A-B0B0-157AF4AECC82}" type="parTrans" cxnId="{334F1BE3-BE4B-43E1-B0E9-DC6B773CEF96}">
      <dgm:prSet/>
      <dgm:spPr/>
      <dgm:t>
        <a:bodyPr/>
        <a:lstStyle/>
        <a:p>
          <a:endParaRPr lang="en-US"/>
        </a:p>
      </dgm:t>
    </dgm:pt>
    <dgm:pt modelId="{80C8004D-3B9B-4C3D-82B3-07D2D13B9051}" type="sibTrans" cxnId="{334F1BE3-BE4B-43E1-B0E9-DC6B773CEF96}">
      <dgm:prSet/>
      <dgm:spPr/>
      <dgm:t>
        <a:bodyPr/>
        <a:lstStyle/>
        <a:p>
          <a:endParaRPr lang="en-US"/>
        </a:p>
      </dgm:t>
    </dgm:pt>
    <dgm:pt modelId="{CE85225A-0DD5-467F-BF69-4B9B86E08EA0}">
      <dgm:prSet/>
      <dgm:spPr/>
      <dgm:t>
        <a:bodyPr/>
        <a:lstStyle/>
        <a:p>
          <a:r>
            <a:rPr lang="vi-VN"/>
            <a:t>- Đã tích hợp thư viện CORS để Frontend gọi được API từ tên miền khác.</a:t>
          </a:r>
          <a:endParaRPr lang="en-US"/>
        </a:p>
      </dgm:t>
    </dgm:pt>
    <dgm:pt modelId="{84EC7AC1-4468-4B6F-86C8-6B3FFE7251B2}" type="parTrans" cxnId="{07DEC32B-73E4-4E85-883B-4E99DD1C0CF2}">
      <dgm:prSet/>
      <dgm:spPr/>
      <dgm:t>
        <a:bodyPr/>
        <a:lstStyle/>
        <a:p>
          <a:endParaRPr lang="en-US"/>
        </a:p>
      </dgm:t>
    </dgm:pt>
    <dgm:pt modelId="{9706C65A-39F5-4B2A-AC96-B5630A583982}" type="sibTrans" cxnId="{07DEC32B-73E4-4E85-883B-4E99DD1C0CF2}">
      <dgm:prSet/>
      <dgm:spPr/>
      <dgm:t>
        <a:bodyPr/>
        <a:lstStyle/>
        <a:p>
          <a:endParaRPr lang="en-US"/>
        </a:p>
      </dgm:t>
    </dgm:pt>
    <dgm:pt modelId="{32B309BD-DC5C-4BE3-9799-45F66BC21128}">
      <dgm:prSet/>
      <dgm:spPr/>
      <dgm:t>
        <a:bodyPr/>
        <a:lstStyle/>
        <a:p>
          <a:r>
            <a:rPr lang="vi-VN"/>
            <a:t>- Có bẫy lỗi try-except để chống sập máy chủ khi lỗi file CSV.</a:t>
          </a:r>
          <a:endParaRPr lang="en-US"/>
        </a:p>
      </dgm:t>
    </dgm:pt>
    <dgm:pt modelId="{850B2A7D-D0FC-482B-A06D-93C4600F8D4A}" type="parTrans" cxnId="{D34EF487-F201-4672-9906-068F7B2475B6}">
      <dgm:prSet/>
      <dgm:spPr/>
      <dgm:t>
        <a:bodyPr/>
        <a:lstStyle/>
        <a:p>
          <a:endParaRPr lang="en-US"/>
        </a:p>
      </dgm:t>
    </dgm:pt>
    <dgm:pt modelId="{DB700CBB-CB64-4AB6-BD21-1ADE71508589}" type="sibTrans" cxnId="{D34EF487-F201-4672-9906-068F7B2475B6}">
      <dgm:prSet/>
      <dgm:spPr/>
      <dgm:t>
        <a:bodyPr/>
        <a:lstStyle/>
        <a:p>
          <a:endParaRPr lang="en-US"/>
        </a:p>
      </dgm:t>
    </dgm:pt>
    <dgm:pt modelId="{04653A00-6A2D-4E71-8965-F3B67964D371}" type="pres">
      <dgm:prSet presAssocID="{438196A4-6EB2-495E-A179-9125CF651FB7}" presName="linear" presStyleCnt="0">
        <dgm:presLayoutVars>
          <dgm:animLvl val="lvl"/>
          <dgm:resizeHandles val="exact"/>
        </dgm:presLayoutVars>
      </dgm:prSet>
      <dgm:spPr/>
    </dgm:pt>
    <dgm:pt modelId="{9D955D41-74A2-4349-8AB1-B1F768F0304B}" type="pres">
      <dgm:prSet presAssocID="{7842A2A1-608D-453A-BC73-6C09EE74F79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FFD37AA-D75D-465C-9545-E01D074700A1}" type="pres">
      <dgm:prSet presAssocID="{39E2EAD4-4ADE-4E59-979D-D2825448EF1F}" presName="spacer" presStyleCnt="0"/>
      <dgm:spPr/>
    </dgm:pt>
    <dgm:pt modelId="{172A39FA-8D73-42F4-B25A-E6EF763B9DC2}" type="pres">
      <dgm:prSet presAssocID="{569EC35D-BEAB-4A84-920C-8E6A3271A80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DA5A819-478C-4308-81A0-1383ED667600}" type="pres">
      <dgm:prSet presAssocID="{CE1A0095-EDB6-41BE-BAF5-0E830EAFFC46}" presName="spacer" presStyleCnt="0"/>
      <dgm:spPr/>
    </dgm:pt>
    <dgm:pt modelId="{63F696D0-89A9-49FD-B8DD-ED7BAE5AAFFC}" type="pres">
      <dgm:prSet presAssocID="{601CC194-C734-48E8-BD5A-B006815542B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4FB5F6A-0AE1-4FFC-97E9-C61CC154C9F2}" type="pres">
      <dgm:prSet presAssocID="{E0A83CD0-1818-43FD-8F65-14A3F746B34D}" presName="spacer" presStyleCnt="0"/>
      <dgm:spPr/>
    </dgm:pt>
    <dgm:pt modelId="{C436DBF2-A12B-4A8E-9AC7-EFA7C73D81FB}" type="pres">
      <dgm:prSet presAssocID="{99969E1F-0D57-4434-83EB-4395134E698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1C85460-1B1D-412A-9160-E282502B6B2A}" type="pres">
      <dgm:prSet presAssocID="{80C8004D-3B9B-4C3D-82B3-07D2D13B9051}" presName="spacer" presStyleCnt="0"/>
      <dgm:spPr/>
    </dgm:pt>
    <dgm:pt modelId="{090F092C-67A3-46E0-AF7C-36C4AFC73572}" type="pres">
      <dgm:prSet presAssocID="{CE85225A-0DD5-467F-BF69-4B9B86E08EA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312D4D8-D12A-43ED-B0C3-1A421C096EEF}" type="pres">
      <dgm:prSet presAssocID="{9706C65A-39F5-4B2A-AC96-B5630A583982}" presName="spacer" presStyleCnt="0"/>
      <dgm:spPr/>
    </dgm:pt>
    <dgm:pt modelId="{E61E84B4-9E90-47F8-A1E1-C8AB2E20F22D}" type="pres">
      <dgm:prSet presAssocID="{32B309BD-DC5C-4BE3-9799-45F66BC2112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6474704-AF6F-469E-A6D3-E3D0DCD6C95C}" type="presOf" srcId="{CE85225A-0DD5-467F-BF69-4B9B86E08EA0}" destId="{090F092C-67A3-46E0-AF7C-36C4AFC73572}" srcOrd="0" destOrd="0" presId="urn:microsoft.com/office/officeart/2005/8/layout/vList2"/>
    <dgm:cxn modelId="{5C4F3414-3525-481B-8B42-05262464E072}" srcId="{438196A4-6EB2-495E-A179-9125CF651FB7}" destId="{569EC35D-BEAB-4A84-920C-8E6A3271A809}" srcOrd="1" destOrd="0" parTransId="{DCECF1E5-1C19-4A58-9CB6-CA398DD5A841}" sibTransId="{CE1A0095-EDB6-41BE-BAF5-0E830EAFFC46}"/>
    <dgm:cxn modelId="{FDAC4F27-AB3C-42EF-AE12-56A6411E2AA7}" type="presOf" srcId="{32B309BD-DC5C-4BE3-9799-45F66BC21128}" destId="{E61E84B4-9E90-47F8-A1E1-C8AB2E20F22D}" srcOrd="0" destOrd="0" presId="urn:microsoft.com/office/officeart/2005/8/layout/vList2"/>
    <dgm:cxn modelId="{07DEC32B-73E4-4E85-883B-4E99DD1C0CF2}" srcId="{438196A4-6EB2-495E-A179-9125CF651FB7}" destId="{CE85225A-0DD5-467F-BF69-4B9B86E08EA0}" srcOrd="4" destOrd="0" parTransId="{84EC7AC1-4468-4B6F-86C8-6B3FFE7251B2}" sibTransId="{9706C65A-39F5-4B2A-AC96-B5630A583982}"/>
    <dgm:cxn modelId="{B6A4C72D-003D-4AAD-BB72-7612D8620720}" type="presOf" srcId="{569EC35D-BEAB-4A84-920C-8E6A3271A809}" destId="{172A39FA-8D73-42F4-B25A-E6EF763B9DC2}" srcOrd="0" destOrd="0" presId="urn:microsoft.com/office/officeart/2005/8/layout/vList2"/>
    <dgm:cxn modelId="{1EDF273D-9722-42CB-8631-83875A0E26A0}" type="presOf" srcId="{7842A2A1-608D-453A-BC73-6C09EE74F795}" destId="{9D955D41-74A2-4349-8AB1-B1F768F0304B}" srcOrd="0" destOrd="0" presId="urn:microsoft.com/office/officeart/2005/8/layout/vList2"/>
    <dgm:cxn modelId="{CBD5FF65-E0BE-417D-BC4A-0ED7E7F6AAEC}" srcId="{438196A4-6EB2-495E-A179-9125CF651FB7}" destId="{7842A2A1-608D-453A-BC73-6C09EE74F795}" srcOrd="0" destOrd="0" parTransId="{74F7759E-48A6-4DFB-9B9A-446545868A5C}" sibTransId="{39E2EAD4-4ADE-4E59-979D-D2825448EF1F}"/>
    <dgm:cxn modelId="{D34EF487-F201-4672-9906-068F7B2475B6}" srcId="{438196A4-6EB2-495E-A179-9125CF651FB7}" destId="{32B309BD-DC5C-4BE3-9799-45F66BC21128}" srcOrd="5" destOrd="0" parTransId="{850B2A7D-D0FC-482B-A06D-93C4600F8D4A}" sibTransId="{DB700CBB-CB64-4AB6-BD21-1ADE71508589}"/>
    <dgm:cxn modelId="{8481DACB-9788-4190-A909-1B21803F5275}" srcId="{438196A4-6EB2-495E-A179-9125CF651FB7}" destId="{601CC194-C734-48E8-BD5A-B006815542BB}" srcOrd="2" destOrd="0" parTransId="{FDFEE5C3-4950-4572-B1A3-7128B367338A}" sibTransId="{E0A83CD0-1818-43FD-8F65-14A3F746B34D}"/>
    <dgm:cxn modelId="{58D1E4D6-2DC8-43F7-8225-4BD67FAB3D81}" type="presOf" srcId="{438196A4-6EB2-495E-A179-9125CF651FB7}" destId="{04653A00-6A2D-4E71-8965-F3B67964D371}" srcOrd="0" destOrd="0" presId="urn:microsoft.com/office/officeart/2005/8/layout/vList2"/>
    <dgm:cxn modelId="{334F1BE3-BE4B-43E1-B0E9-DC6B773CEF96}" srcId="{438196A4-6EB2-495E-A179-9125CF651FB7}" destId="{99969E1F-0D57-4434-83EB-4395134E6986}" srcOrd="3" destOrd="0" parTransId="{D544F327-BAF3-483A-B0B0-157AF4AECC82}" sibTransId="{80C8004D-3B9B-4C3D-82B3-07D2D13B9051}"/>
    <dgm:cxn modelId="{5296D4EF-96A6-416D-841B-9B2D867AE191}" type="presOf" srcId="{601CC194-C734-48E8-BD5A-B006815542BB}" destId="{63F696D0-89A9-49FD-B8DD-ED7BAE5AAFFC}" srcOrd="0" destOrd="0" presId="urn:microsoft.com/office/officeart/2005/8/layout/vList2"/>
    <dgm:cxn modelId="{E95096FC-4257-4A39-AC65-4485839ED8EA}" type="presOf" srcId="{99969E1F-0D57-4434-83EB-4395134E6986}" destId="{C436DBF2-A12B-4A8E-9AC7-EFA7C73D81FB}" srcOrd="0" destOrd="0" presId="urn:microsoft.com/office/officeart/2005/8/layout/vList2"/>
    <dgm:cxn modelId="{0F6DEA71-A47C-41B8-9DB3-0EA2779C794B}" type="presParOf" srcId="{04653A00-6A2D-4E71-8965-F3B67964D371}" destId="{9D955D41-74A2-4349-8AB1-B1F768F0304B}" srcOrd="0" destOrd="0" presId="urn:microsoft.com/office/officeart/2005/8/layout/vList2"/>
    <dgm:cxn modelId="{2FF4481B-DB77-4A6C-9A25-CDB5B0267F32}" type="presParOf" srcId="{04653A00-6A2D-4E71-8965-F3B67964D371}" destId="{9FFD37AA-D75D-465C-9545-E01D074700A1}" srcOrd="1" destOrd="0" presId="urn:microsoft.com/office/officeart/2005/8/layout/vList2"/>
    <dgm:cxn modelId="{3A2E3894-5CF8-4965-868E-27EB8F8425B2}" type="presParOf" srcId="{04653A00-6A2D-4E71-8965-F3B67964D371}" destId="{172A39FA-8D73-42F4-B25A-E6EF763B9DC2}" srcOrd="2" destOrd="0" presId="urn:microsoft.com/office/officeart/2005/8/layout/vList2"/>
    <dgm:cxn modelId="{6A936EB4-5EE9-4564-B153-72EC18084D78}" type="presParOf" srcId="{04653A00-6A2D-4E71-8965-F3B67964D371}" destId="{EDA5A819-478C-4308-81A0-1383ED667600}" srcOrd="3" destOrd="0" presId="urn:microsoft.com/office/officeart/2005/8/layout/vList2"/>
    <dgm:cxn modelId="{E76EE62E-B1FC-42D8-8B8A-65FCCD8DA86D}" type="presParOf" srcId="{04653A00-6A2D-4E71-8965-F3B67964D371}" destId="{63F696D0-89A9-49FD-B8DD-ED7BAE5AAFFC}" srcOrd="4" destOrd="0" presId="urn:microsoft.com/office/officeart/2005/8/layout/vList2"/>
    <dgm:cxn modelId="{F42BFF7B-33DD-470B-8E55-4CAA6C56DD77}" type="presParOf" srcId="{04653A00-6A2D-4E71-8965-F3B67964D371}" destId="{64FB5F6A-0AE1-4FFC-97E9-C61CC154C9F2}" srcOrd="5" destOrd="0" presId="urn:microsoft.com/office/officeart/2005/8/layout/vList2"/>
    <dgm:cxn modelId="{EA779971-E130-4769-8471-6634798CF029}" type="presParOf" srcId="{04653A00-6A2D-4E71-8965-F3B67964D371}" destId="{C436DBF2-A12B-4A8E-9AC7-EFA7C73D81FB}" srcOrd="6" destOrd="0" presId="urn:microsoft.com/office/officeart/2005/8/layout/vList2"/>
    <dgm:cxn modelId="{B7A7B7CB-AF2C-4BD8-BDF4-F5C06370C0C4}" type="presParOf" srcId="{04653A00-6A2D-4E71-8965-F3B67964D371}" destId="{E1C85460-1B1D-412A-9160-E282502B6B2A}" srcOrd="7" destOrd="0" presId="urn:microsoft.com/office/officeart/2005/8/layout/vList2"/>
    <dgm:cxn modelId="{4F8F5656-03E2-4A52-9384-68496511FE7F}" type="presParOf" srcId="{04653A00-6A2D-4E71-8965-F3B67964D371}" destId="{090F092C-67A3-46E0-AF7C-36C4AFC73572}" srcOrd="8" destOrd="0" presId="urn:microsoft.com/office/officeart/2005/8/layout/vList2"/>
    <dgm:cxn modelId="{20C0654C-4436-4CBA-9C0C-759F4D28708D}" type="presParOf" srcId="{04653A00-6A2D-4E71-8965-F3B67964D371}" destId="{2312D4D8-D12A-43ED-B0C3-1A421C096EEF}" srcOrd="9" destOrd="0" presId="urn:microsoft.com/office/officeart/2005/8/layout/vList2"/>
    <dgm:cxn modelId="{E49FD528-5B2C-49C3-9DF6-0996E4DDC62C}" type="presParOf" srcId="{04653A00-6A2D-4E71-8965-F3B67964D371}" destId="{E61E84B4-9E90-47F8-A1E1-C8AB2E20F22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49F24-B466-432D-97F8-70182EF8969F}">
      <dsp:nvSpPr>
        <dsp:cNvPr id="0" name=""/>
        <dsp:cNvSpPr/>
      </dsp:nvSpPr>
      <dsp:spPr>
        <a:xfrm>
          <a:off x="1773918" y="1561"/>
          <a:ext cx="3074996" cy="1537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100" kern="1200"/>
            <a:t>Thực trạng: Biến đổi khí hậu là vấn đề cấp bách nhưng dữ liệu lại khô khan và khó tiếp cận.</a:t>
          </a:r>
          <a:endParaRPr lang="en-US" sz="2100" kern="1200"/>
        </a:p>
      </dsp:txBody>
      <dsp:txXfrm>
        <a:off x="1818950" y="46593"/>
        <a:ext cx="2984932" cy="1447434"/>
      </dsp:txXfrm>
    </dsp:sp>
    <dsp:sp modelId="{2A5B29FE-E207-465E-B16B-68A52A45D6AD}">
      <dsp:nvSpPr>
        <dsp:cNvPr id="0" name=""/>
        <dsp:cNvSpPr/>
      </dsp:nvSpPr>
      <dsp:spPr>
        <a:xfrm>
          <a:off x="1773918" y="1769684"/>
          <a:ext cx="3074996" cy="1537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100" kern="1200"/>
            <a:t>Mục tiêu dự án: </a:t>
          </a:r>
          <a:endParaRPr lang="en-US" sz="2100" kern="1200"/>
        </a:p>
      </dsp:txBody>
      <dsp:txXfrm>
        <a:off x="1818950" y="1814716"/>
        <a:ext cx="2984932" cy="1447434"/>
      </dsp:txXfrm>
    </dsp:sp>
    <dsp:sp modelId="{261DFC60-B1D8-42E1-A71F-56DE14FCE386}">
      <dsp:nvSpPr>
        <dsp:cNvPr id="0" name=""/>
        <dsp:cNvSpPr/>
      </dsp:nvSpPr>
      <dsp:spPr>
        <a:xfrm rot="19457599">
          <a:off x="4706540" y="2063399"/>
          <a:ext cx="1514747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514747" y="330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26045" y="2058533"/>
        <a:ext cx="75737" cy="75737"/>
      </dsp:txXfrm>
    </dsp:sp>
    <dsp:sp modelId="{22D817FF-B534-4C92-9ACA-B163C0FB858D}">
      <dsp:nvSpPr>
        <dsp:cNvPr id="0" name=""/>
        <dsp:cNvSpPr/>
      </dsp:nvSpPr>
      <dsp:spPr>
        <a:xfrm>
          <a:off x="6078913" y="885622"/>
          <a:ext cx="3074996" cy="1537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100" kern="1200"/>
            <a:t>Xây dựng Dashboard trực quan để phân tích lượng khí thải CO2.</a:t>
          </a:r>
          <a:endParaRPr lang="en-US" sz="2100" kern="1200"/>
        </a:p>
      </dsp:txBody>
      <dsp:txXfrm>
        <a:off x="6123945" y="930654"/>
        <a:ext cx="2984932" cy="1447434"/>
      </dsp:txXfrm>
    </dsp:sp>
    <dsp:sp modelId="{F4367017-B1A8-47A4-A34D-47A2B93C5C52}">
      <dsp:nvSpPr>
        <dsp:cNvPr id="0" name=""/>
        <dsp:cNvSpPr/>
      </dsp:nvSpPr>
      <dsp:spPr>
        <a:xfrm rot="2142401">
          <a:off x="4706540" y="2947461"/>
          <a:ext cx="1514747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514747" y="330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26045" y="2942595"/>
        <a:ext cx="75737" cy="75737"/>
      </dsp:txXfrm>
    </dsp:sp>
    <dsp:sp modelId="{FEB243ED-2C88-41EA-9459-3E058568AEF9}">
      <dsp:nvSpPr>
        <dsp:cNvPr id="0" name=""/>
        <dsp:cNvSpPr/>
      </dsp:nvSpPr>
      <dsp:spPr>
        <a:xfrm>
          <a:off x="6078913" y="2653745"/>
          <a:ext cx="3074996" cy="1537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100" kern="1200"/>
            <a:t>Giúp người dùng dễ dàng theo dõi, so sánh dữ liệu giữa các quốc gia.</a:t>
          </a:r>
          <a:endParaRPr lang="en-US" sz="2100" kern="1200"/>
        </a:p>
      </dsp:txBody>
      <dsp:txXfrm>
        <a:off x="6123945" y="2698777"/>
        <a:ext cx="2984932" cy="14474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C7134-9508-452D-8B66-3AD16BD0C3E4}">
      <dsp:nvSpPr>
        <dsp:cNvPr id="0" name=""/>
        <dsp:cNvSpPr/>
      </dsp:nvSpPr>
      <dsp:spPr>
        <a:xfrm>
          <a:off x="0" y="416777"/>
          <a:ext cx="10927829" cy="614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Nguồn dữ liệu: Bộ dữ liệu owid-co2-data.csv từ Our World in Data.</a:t>
          </a:r>
          <a:endParaRPr lang="en-US" sz="2500" kern="1200"/>
        </a:p>
      </dsp:txBody>
      <dsp:txXfrm>
        <a:off x="29985" y="446762"/>
        <a:ext cx="10867859" cy="554280"/>
      </dsp:txXfrm>
    </dsp:sp>
    <dsp:sp modelId="{7020FB9B-C3B7-4EE4-AA48-B1F6E83C2CE0}">
      <dsp:nvSpPr>
        <dsp:cNvPr id="0" name=""/>
        <dsp:cNvSpPr/>
      </dsp:nvSpPr>
      <dsp:spPr>
        <a:xfrm>
          <a:off x="0" y="1103027"/>
          <a:ext cx="10927829" cy="61425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Khối lượng: Hàng chục ngàn dòng dữ liệu lịch sử từ năm 1990 đến 2024.</a:t>
          </a:r>
          <a:endParaRPr lang="en-US" sz="2500" kern="1200"/>
        </a:p>
      </dsp:txBody>
      <dsp:txXfrm>
        <a:off x="29985" y="1133012"/>
        <a:ext cx="10867859" cy="554280"/>
      </dsp:txXfrm>
    </dsp:sp>
    <dsp:sp modelId="{A509F96D-D319-4718-8EDA-65471CB039E3}">
      <dsp:nvSpPr>
        <dsp:cNvPr id="0" name=""/>
        <dsp:cNvSpPr/>
      </dsp:nvSpPr>
      <dsp:spPr>
        <a:xfrm>
          <a:off x="0" y="1789277"/>
          <a:ext cx="10927829" cy="61425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Các vấn đề của dữ liệu thô:</a:t>
          </a:r>
          <a:endParaRPr lang="en-US" sz="2500" kern="1200"/>
        </a:p>
      </dsp:txBody>
      <dsp:txXfrm>
        <a:off x="29985" y="1819262"/>
        <a:ext cx="10867859" cy="554280"/>
      </dsp:txXfrm>
    </dsp:sp>
    <dsp:sp modelId="{9D33FEBB-055C-4126-A039-A73BEDF09933}">
      <dsp:nvSpPr>
        <dsp:cNvPr id="0" name=""/>
        <dsp:cNvSpPr/>
      </dsp:nvSpPr>
      <dsp:spPr>
        <a:xfrm>
          <a:off x="0" y="2475527"/>
          <a:ext cx="10927829" cy="61425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- Bị khuyết thiếu (NaN) rất nhiều ở những năm quá khứ.</a:t>
          </a:r>
          <a:endParaRPr lang="en-US" sz="2500" kern="1200"/>
        </a:p>
      </dsp:txBody>
      <dsp:txXfrm>
        <a:off x="29985" y="2505512"/>
        <a:ext cx="10867859" cy="554280"/>
      </dsp:txXfrm>
    </dsp:sp>
    <dsp:sp modelId="{047487F4-2741-43EE-8418-F1CC96F12EA1}">
      <dsp:nvSpPr>
        <dsp:cNvPr id="0" name=""/>
        <dsp:cNvSpPr/>
      </dsp:nvSpPr>
      <dsp:spPr>
        <a:xfrm>
          <a:off x="0" y="3161777"/>
          <a:ext cx="10927829" cy="61425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kern="1200"/>
            <a:t>- Cột quốc gia bị trộn lẫn với dữ liệu tổng gộp của Châu lục và Thế giới.</a:t>
          </a:r>
          <a:endParaRPr lang="en-US" sz="2500" kern="1200"/>
        </a:p>
      </dsp:txBody>
      <dsp:txXfrm>
        <a:off x="29985" y="3191762"/>
        <a:ext cx="10867859" cy="554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969C5-DFA0-48C8-8E1A-E404E5762373}">
      <dsp:nvSpPr>
        <dsp:cNvPr id="0" name=""/>
        <dsp:cNvSpPr/>
      </dsp:nvSpPr>
      <dsp:spPr>
        <a:xfrm>
          <a:off x="0" y="67549"/>
          <a:ext cx="6666833" cy="10038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Công cụ sử dụng: Thư viện Pandas (Python).</a:t>
          </a:r>
          <a:endParaRPr lang="en-US" sz="2600" kern="1200"/>
        </a:p>
      </dsp:txBody>
      <dsp:txXfrm>
        <a:off x="49004" y="116553"/>
        <a:ext cx="6568825" cy="905852"/>
      </dsp:txXfrm>
    </dsp:sp>
    <dsp:sp modelId="{8B296EEF-8BDA-4302-BE76-9B7369F34A9C}">
      <dsp:nvSpPr>
        <dsp:cNvPr id="0" name=""/>
        <dsp:cNvSpPr/>
      </dsp:nvSpPr>
      <dsp:spPr>
        <a:xfrm>
          <a:off x="0" y="1146290"/>
          <a:ext cx="6666833" cy="100386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Quy trình Data Pipeline:</a:t>
          </a:r>
          <a:endParaRPr lang="en-US" sz="2600" kern="1200"/>
        </a:p>
      </dsp:txBody>
      <dsp:txXfrm>
        <a:off x="49004" y="1195294"/>
        <a:ext cx="6568825" cy="905852"/>
      </dsp:txXfrm>
    </dsp:sp>
    <dsp:sp modelId="{06F9700F-D629-4F70-9169-6924190AD778}">
      <dsp:nvSpPr>
        <dsp:cNvPr id="0" name=""/>
        <dsp:cNvSpPr/>
      </dsp:nvSpPr>
      <dsp:spPr>
        <a:xfrm>
          <a:off x="0" y="2225030"/>
          <a:ext cx="6666833" cy="10038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- Dùng điều kiện [country != 'World'] để lọc bỏ các dòng tổng gộp, tránh sai số.</a:t>
          </a:r>
          <a:endParaRPr lang="en-US" sz="2600" kern="1200"/>
        </a:p>
      </dsp:txBody>
      <dsp:txXfrm>
        <a:off x="49004" y="2274034"/>
        <a:ext cx="6568825" cy="905852"/>
      </dsp:txXfrm>
    </dsp:sp>
    <dsp:sp modelId="{24828FEE-892D-4DED-AA93-B6CB891D372F}">
      <dsp:nvSpPr>
        <dsp:cNvPr id="0" name=""/>
        <dsp:cNvSpPr/>
      </dsp:nvSpPr>
      <dsp:spPr>
        <a:xfrm>
          <a:off x="0" y="3303770"/>
          <a:ext cx="6666833" cy="100386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- Dùng hàm pd.to_numeric() để ép kiểu dữ liệu chuỗi về dạng số chuẩn.</a:t>
          </a:r>
          <a:endParaRPr lang="en-US" sz="2600" kern="1200"/>
        </a:p>
      </dsp:txBody>
      <dsp:txXfrm>
        <a:off x="49004" y="3352774"/>
        <a:ext cx="6568825" cy="905852"/>
      </dsp:txXfrm>
    </dsp:sp>
    <dsp:sp modelId="{04948F85-A588-4FA4-BBC0-1D645B5C6010}">
      <dsp:nvSpPr>
        <dsp:cNvPr id="0" name=""/>
        <dsp:cNvSpPr/>
      </dsp:nvSpPr>
      <dsp:spPr>
        <a:xfrm>
          <a:off x="0" y="4382510"/>
          <a:ext cx="6666833" cy="10038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600" kern="1200"/>
            <a:t>- Dùng hàm fillna(0) để thay số 0 vào các ô dữ liệu bị khuyết thay vì xóa hẳn dòng.</a:t>
          </a:r>
          <a:endParaRPr lang="en-US" sz="2600" kern="1200"/>
        </a:p>
      </dsp:txBody>
      <dsp:txXfrm>
        <a:off x="49004" y="4431514"/>
        <a:ext cx="6568825" cy="9058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55D41-74A2-4349-8AB1-B1F768F0304B}">
      <dsp:nvSpPr>
        <dsp:cNvPr id="0" name=""/>
        <dsp:cNvSpPr/>
      </dsp:nvSpPr>
      <dsp:spPr>
        <a:xfrm>
          <a:off x="0" y="101633"/>
          <a:ext cx="3872243" cy="5482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/>
            <a:t>Xây dựng các RESTful API chuẩn mực:</a:t>
          </a:r>
          <a:endParaRPr lang="en-US" sz="1400" kern="1200"/>
        </a:p>
      </dsp:txBody>
      <dsp:txXfrm>
        <a:off x="26762" y="128395"/>
        <a:ext cx="3818719" cy="494694"/>
      </dsp:txXfrm>
    </dsp:sp>
    <dsp:sp modelId="{172A39FA-8D73-42F4-B25A-E6EF763B9DC2}">
      <dsp:nvSpPr>
        <dsp:cNvPr id="0" name=""/>
        <dsp:cNvSpPr/>
      </dsp:nvSpPr>
      <dsp:spPr>
        <a:xfrm>
          <a:off x="0" y="690171"/>
          <a:ext cx="3872243" cy="54821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/>
            <a:t>- /api/countries: Lấy danh sách quốc gia đổ vào thẻ Select.</a:t>
          </a:r>
          <a:endParaRPr lang="en-US" sz="1400" kern="1200"/>
        </a:p>
      </dsp:txBody>
      <dsp:txXfrm>
        <a:off x="26762" y="716933"/>
        <a:ext cx="3818719" cy="494694"/>
      </dsp:txXfrm>
    </dsp:sp>
    <dsp:sp modelId="{63F696D0-89A9-49FD-B8DD-ED7BAE5AAFFC}">
      <dsp:nvSpPr>
        <dsp:cNvPr id="0" name=""/>
        <dsp:cNvSpPr/>
      </dsp:nvSpPr>
      <dsp:spPr>
        <a:xfrm>
          <a:off x="0" y="1278709"/>
          <a:ext cx="3872243" cy="54821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/>
            <a:t>- /api/stats: Xử lý lọc tham số (?from=&amp;to=&amp;countries=).</a:t>
          </a:r>
          <a:endParaRPr lang="en-US" sz="1400" kern="1200"/>
        </a:p>
      </dsp:txBody>
      <dsp:txXfrm>
        <a:off x="26762" y="1305471"/>
        <a:ext cx="3818719" cy="494694"/>
      </dsp:txXfrm>
    </dsp:sp>
    <dsp:sp modelId="{C436DBF2-A12B-4A8E-9AC7-EFA7C73D81FB}">
      <dsp:nvSpPr>
        <dsp:cNvPr id="0" name=""/>
        <dsp:cNvSpPr/>
      </dsp:nvSpPr>
      <dsp:spPr>
        <a:xfrm>
          <a:off x="0" y="1867248"/>
          <a:ext cx="3872243" cy="5482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/>
            <a:t>Bảo mật &amp; Kết nối:</a:t>
          </a:r>
          <a:endParaRPr lang="en-US" sz="1400" kern="1200"/>
        </a:p>
      </dsp:txBody>
      <dsp:txXfrm>
        <a:off x="26762" y="1894010"/>
        <a:ext cx="3818719" cy="494694"/>
      </dsp:txXfrm>
    </dsp:sp>
    <dsp:sp modelId="{090F092C-67A3-46E0-AF7C-36C4AFC73572}">
      <dsp:nvSpPr>
        <dsp:cNvPr id="0" name=""/>
        <dsp:cNvSpPr/>
      </dsp:nvSpPr>
      <dsp:spPr>
        <a:xfrm>
          <a:off x="0" y="2455786"/>
          <a:ext cx="3872243" cy="54821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/>
            <a:t>- Đã tích hợp thư viện CORS để Frontend gọi được API từ tên miền khác.</a:t>
          </a:r>
          <a:endParaRPr lang="en-US" sz="1400" kern="1200"/>
        </a:p>
      </dsp:txBody>
      <dsp:txXfrm>
        <a:off x="26762" y="2482548"/>
        <a:ext cx="3818719" cy="494694"/>
      </dsp:txXfrm>
    </dsp:sp>
    <dsp:sp modelId="{E61E84B4-9E90-47F8-A1E1-C8AB2E20F22D}">
      <dsp:nvSpPr>
        <dsp:cNvPr id="0" name=""/>
        <dsp:cNvSpPr/>
      </dsp:nvSpPr>
      <dsp:spPr>
        <a:xfrm>
          <a:off x="0" y="3044324"/>
          <a:ext cx="3872243" cy="5482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/>
            <a:t>- Có bẫy lỗi try-except để chống sập máy chủ khi lỗi file CSV.</a:t>
          </a:r>
          <a:endParaRPr lang="en-US" sz="1400" kern="1200"/>
        </a:p>
      </dsp:txBody>
      <dsp:txXfrm>
        <a:off x="26762" y="3071086"/>
        <a:ext cx="3818719" cy="49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8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0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8EA15-177F-46DF-CAD0-07C96BF3E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F93F8-178F-B177-7CAF-A8EF5E21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C1822-84BF-9EC4-7F4B-A22CB1E9F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703EC-2CC8-39CF-D549-4439FB8A7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2BC02-F9B1-7914-25BA-CD0D9833C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0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1C32-1198-5B6C-83E3-932417FC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6D18-16DC-85C1-97C6-4F853595A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D1879-39B5-FE72-AB86-84594321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B73E3-7203-5D2A-D5B3-184A87FB6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FEDAE-BE21-5A2D-85D8-7C021C08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6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507FE-2CCA-106D-F212-218F15E41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B80AA-EF57-9B56-ADA0-B7494E83F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46879-82E5-2119-AB64-348D2F04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BAC5E-BBD8-7EAD-0ED9-68F58A9CD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62324-4AC8-244F-6395-D6714418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9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0C7A-708D-ECBD-34F7-65F3BE00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1BA9A-47E2-D897-1366-2A9F7E565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696FC-5EE4-AED3-8FDB-165FC6EE8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6C635-9993-B93C-4A91-D9237185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FCFD7-7F9B-9E22-8374-DCE8EDF65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FF036-619B-45FB-E323-F47A4206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0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B281-10D1-F367-FC1E-40E1D727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30D6B-7830-A30D-1358-120DC0EFB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C64BB-8D02-A3F3-7B18-3088D387C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A9C60-265A-B4F3-C4CF-DFCA316B0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55D3D-2D0B-3457-1E4C-DA4C80767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94540-3DE0-626A-EAEF-510719C94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CA2E5-F8F9-A2EA-D16B-31D71800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805AD-BC27-1ACC-BE9E-645811D6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5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41DC8-82CD-6F18-1265-B369F010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604AB-26D0-B4B4-6E9C-03743865E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3F267-BAEF-6D1A-973B-B4624B44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43676-3B57-DBC8-DF29-5FE6D9E0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2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23C49-F2C4-8CB0-89D7-8F585DEB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C3BD9-5922-E4A8-9170-3FDEBA19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5C64E-553A-29D6-BEE1-686D8C7C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9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F067-F589-51DA-3419-13AFA2DE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2193-8E0A-C0BF-08D9-D819E309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A0BAE-3DD9-77BC-0DA8-977676A2F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D88BB-F9F6-55F5-08D7-B567EEB2C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C50E6-E621-1124-ADD2-0A04025C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47405-1BB7-59DF-BDB3-2B02FE13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58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5325-843A-7D8B-2477-2C2C1F5C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198C2-BBC9-A8CF-2668-3D18A90CA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850BF-46A9-DF74-2BE7-5AC0C3878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30A32-1E4A-F8A8-8B61-E81C84B7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24E28-45F7-5DEC-C607-977D6604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8DBB6-D109-6311-D7F9-F9AC00BE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7F339-6983-3C5C-F4DB-9026F1E10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503DD-6527-DFD2-9190-89B606D15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95D1C-A36F-8243-347C-CB773A58B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CB052-13A0-9F12-E396-AEF8CD5F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BA25-5D7E-8B98-BDA4-C590CF99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2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0CD877-254A-A3AB-8896-FC35FDCA6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3DE9C-665D-B968-7C13-E649C02E9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2D954-C885-2E92-B8BE-F0E0F206A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CFA38-7CB3-2505-A74F-7298F914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DD5D1-6E6B-5879-A73B-FA1E99C7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A1768B-972C-9A39-BF0A-13B4B0FD7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45404-8046-30CB-B3F5-1C3512F20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168B8-9E0C-38DE-A87A-93704E3CD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7FEA6-1282-4973-816F-AD9D3F6F908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0DF3C-F2D9-BA3E-AB5F-401EB4EEB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F5F8B-BFC0-819D-5DF0-F9734A287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5ED3C-07B3-482F-B548-93117DFBD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HÍ NHÀ KÍNH LÀ GÌ? 07 LOẠI KHÍ NHÀ KÍNH BẠN NÊN BIẾT">
            <a:extLst>
              <a:ext uri="{FF2B5EF4-FFF2-40B4-BE49-F238E27FC236}">
                <a16:creationId xmlns:a16="http://schemas.microsoft.com/office/drawing/2014/main" id="{8DAB5E4D-CB23-96FC-915C-4F08E7DF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CBFC4C-439B-A256-B3E5-9E7C33399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482"/>
            <a:ext cx="9144000" cy="2387600"/>
          </a:xfrm>
        </p:spPr>
        <p:txBody>
          <a:bodyPr/>
          <a:lstStyle/>
          <a:p>
            <a:r>
              <a:rPr lang="vi-VN" b="1" dirty="0"/>
              <a:t>CO2 Emissions Analyzer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C339F-30DC-FB7A-2A69-7D39FA89E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/>
          <a:lstStyle/>
          <a:p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Nền tảng phân tích phát thải khí nhà kính toàn cầu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957BA73-DA5D-A85C-13CE-724891809EC1}"/>
              </a:ext>
            </a:extLst>
          </p:cNvPr>
          <p:cNvSpPr txBox="1">
            <a:spLocks/>
          </p:cNvSpPr>
          <p:nvPr/>
        </p:nvSpPr>
        <p:spPr>
          <a:xfrm>
            <a:off x="7665397" y="5674916"/>
            <a:ext cx="657914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Người thực hiện: Lý Ngọc Quân</a:t>
            </a:r>
          </a:p>
          <a:p>
            <a:pPr algn="l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Bùi Tuấn Kiệt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MindX | Trường học công nghệ và AI hàng đầu Việt Nam">
            <a:extLst>
              <a:ext uri="{FF2B5EF4-FFF2-40B4-BE49-F238E27FC236}">
                <a16:creationId xmlns:a16="http://schemas.microsoft.com/office/drawing/2014/main" id="{DEFB2873-8FAB-1965-8D93-10D97896A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850" y="108868"/>
            <a:ext cx="2110903" cy="91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53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CBBAD-5B23-2E28-9094-7DA1839A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vi-VN" sz="4000" b="1" dirty="0">
                <a:solidFill>
                  <a:srgbClr val="FFFFFF"/>
                </a:solidFill>
              </a:rPr>
              <a:t>1. Lý do chọn đề tài và mục tiêu</a:t>
            </a:r>
            <a:endParaRPr lang="en-US" sz="4000" b="1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0EC2F5-E06E-A6AE-20E7-0A54E405A5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89092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9104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C7567-55A1-3BC1-FFCF-E1B3ED21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vi-VN" sz="4000" b="1">
                <a:solidFill>
                  <a:srgbClr val="FFFFFF"/>
                </a:solidFill>
              </a:rPr>
              <a:t>2. Tổng quan dữ liệu gốc</a:t>
            </a:r>
            <a:endParaRPr lang="en-US" sz="4000" b="1">
              <a:solidFill>
                <a:srgbClr val="FFFFFF"/>
              </a:solidFill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689E7713-60CE-3019-398A-E36526A2A9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19747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219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BB326-E2DA-B846-BBD7-8C9EF4BBC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vi-VN" sz="4000" b="1">
                <a:solidFill>
                  <a:srgbClr val="FFFFFF"/>
                </a:solidFill>
              </a:rPr>
              <a:t>3. Kỹ thuật xử lý và làm sạch data</a:t>
            </a:r>
            <a:endParaRPr lang="en-US" sz="4000" b="1">
              <a:solidFill>
                <a:srgbClr val="FFFFFF"/>
              </a:solidFill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66833A59-A38C-ADA0-829B-3BC6053CCD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2712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831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60A4A-FDC9-AA0B-17B2-8F66C0D5E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vi-VN" sz="3400" b="1"/>
              <a:t>4. Kiến trúc hệ thống</a:t>
            </a:r>
            <a:endParaRPr lang="en-US" sz="34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A5E9B-B3EA-D2A8-2430-3397C1CBA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/>
              <a:t>Hệ thống hoạt động theo chuẩn 3-Tier Architecture:</a:t>
            </a:r>
          </a:p>
          <a:p>
            <a:r>
              <a:rPr lang="en-US" sz="1800"/>
              <a:t>1. Database: In-memory DB bằng Pandas</a:t>
            </a:r>
            <a:r>
              <a:rPr lang="vi-VN" sz="1800"/>
              <a:t>.</a:t>
            </a:r>
            <a:endParaRPr lang="en-US" sz="1800"/>
          </a:p>
          <a:p>
            <a:r>
              <a:rPr lang="en-US" sz="1800"/>
              <a:t>2. Backend </a:t>
            </a:r>
            <a:r>
              <a:rPr lang="vi-VN" sz="1800"/>
              <a:t>(</a:t>
            </a:r>
            <a:r>
              <a:rPr lang="en-US" sz="1800"/>
              <a:t>Flask API): Đọc dữ liệu, lọc tham số và trả về JSON.</a:t>
            </a:r>
          </a:p>
          <a:p>
            <a:r>
              <a:rPr lang="en-US" sz="1800"/>
              <a:t>3. Frontend </a:t>
            </a:r>
            <a:r>
              <a:rPr lang="vi-VN" sz="1800"/>
              <a:t>(</a:t>
            </a:r>
            <a:r>
              <a:rPr lang="en-US" sz="1800"/>
              <a:t>HTML/JS): Gửi yêu cầu HTTP và vẽ biểu đồ.</a:t>
            </a:r>
          </a:p>
          <a:p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3B268-D166-4C27-4473-3F690B982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332337"/>
            <a:ext cx="6440424" cy="413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6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29664-BD8A-31B4-BD15-CD842219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5. Thiết kế Backend &amp; API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AEF95-5233-CB17-014F-8C338AAA3E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1" r="18525" b="1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8C1B30F-AC1A-73DD-BC24-E250144532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996396"/>
              </p:ext>
            </p:extLst>
          </p:nvPr>
        </p:nvGraphicFramePr>
        <p:xfrm>
          <a:off x="7411453" y="2478024"/>
          <a:ext cx="3872243" cy="369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4540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86A07-6D92-8B0A-CA1A-CB80BF41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vi-VN" sz="3400" b="1"/>
              <a:t>6. Điểm nhấn giao diện và trực quan hóa</a:t>
            </a:r>
            <a:endParaRPr lang="en-US" sz="3400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6A3C7-B520-CEC7-B8AE-8AD8BA35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vi-VN" sz="1800"/>
              <a:t>Sử dụng Chart.js và Plotly để vẽ 4 loại biểu đồ (vượt chỉ tiêu 3):</a:t>
            </a:r>
          </a:p>
          <a:p>
            <a:r>
              <a:rPr lang="vi-VN" sz="1800"/>
              <a:t>1. Line Chart: Theo dõi xu hướng lịch sử qua các năm.</a:t>
            </a:r>
          </a:p>
          <a:p>
            <a:r>
              <a:rPr lang="vi-VN" sz="1800"/>
              <a:t>2. Bar Chart &amp; Pie Chart: So sánh tỷ trọng phát thải hiện tại.</a:t>
            </a:r>
          </a:p>
          <a:p>
            <a:r>
              <a:rPr lang="vi-VN" sz="1800"/>
              <a:t>3. World Map: Nhìn toàn cảnh thế giới trực quan theo vị trí địa lý.</a:t>
            </a:r>
          </a:p>
          <a:p>
            <a:endParaRPr 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DE7E75-969A-8184-5219-A168B1AD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368" y="534654"/>
            <a:ext cx="5135719" cy="27090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C19B61-2DE6-0AF7-BB9B-3BB4D71D7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368" y="3542349"/>
            <a:ext cx="5135719" cy="251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7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5F33B1-4F4E-F3F2-CE11-AC4C79E8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vi-VN" sz="4600" b="1"/>
              <a:t>7. Tính năng tương tác</a:t>
            </a:r>
            <a:endParaRPr lang="en-US" sz="4600" b="1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A1C96-2306-AEB7-B3C7-A80EE608D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vi-VN" sz="1700"/>
              <a:t>Trải nghiệm người dùng (UX) mượt mà:</a:t>
            </a:r>
          </a:p>
          <a:p>
            <a:r>
              <a:rPr lang="vi-VN" sz="1700"/>
              <a:t>- Lọc động (Dynamic Filter) theo Thời gian, Nguồn khí, và Quốc gia không cần tải lại trang.</a:t>
            </a:r>
          </a:p>
          <a:p>
            <a:r>
              <a:rPr lang="vi-VN" sz="1700"/>
              <a:t>- Nút công cụ hữu ích: Tải ảnh biểu đồ báo cáo, Tải file CSV dữ liệu đã lọc.</a:t>
            </a:r>
          </a:p>
          <a:p>
            <a:r>
              <a:rPr lang="vi-VN" sz="1700"/>
              <a:t>- Xử lý UI cảnh báo lỗi màu đỏ tinh tế khi mất kết nối mạng.</a:t>
            </a:r>
          </a:p>
          <a:p>
            <a:endParaRPr lang="en-US" sz="1700" dirty="0"/>
          </a:p>
        </p:txBody>
      </p:sp>
      <p:pic>
        <p:nvPicPr>
          <p:cNvPr id="4" name="Picture 3" descr="Enlarged media: image.png">
            <a:extLst>
              <a:ext uri="{FF2B5EF4-FFF2-40B4-BE49-F238E27FC236}">
                <a16:creationId xmlns:a16="http://schemas.microsoft.com/office/drawing/2014/main" id="{9D9C47C7-97AF-8788-4427-495DB8CE9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20330"/>
            <a:ext cx="6903720" cy="34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2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50F53-D0E0-6E8F-12A0-D0200A1A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8. Quản lý Source Code và Git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8A916D-88CA-0F0A-44E9-9460053C4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261" y="2354239"/>
            <a:ext cx="7779477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1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336A1-13E7-F84A-4BFE-01FB93DF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vi-VN" sz="3400" b="1" dirty="0"/>
              <a:t>9. Triển khai Cloud</a:t>
            </a:r>
            <a:endParaRPr lang="en-US" sz="3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FE4BD-01EB-ECA2-8275-9B0C6AADD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vi-VN" sz="1800" dirty="0"/>
              <a:t>Thành tựu: Đưa website chạy thực tế trên môi trường Internet toàn cầu qua Vercel.</a:t>
            </a:r>
          </a:p>
          <a:p>
            <a:r>
              <a:rPr lang="vi-VN" sz="1800" dirty="0"/>
              <a:t>Khó khăn &amp; Giải pháp:</a:t>
            </a:r>
          </a:p>
          <a:p>
            <a:r>
              <a:rPr lang="vi-VN" sz="1800" dirty="0"/>
              <a:t>- Vấn đề: Máy chủ Vercel báo lỗi 500 liên tục do xung đột file tĩnh.</a:t>
            </a:r>
          </a:p>
          <a:p>
            <a:r>
              <a:rPr lang="vi-VN" sz="1800" dirty="0"/>
              <a:t>- Giải quyết: Tái cấu trúc lại thư mục thành chuẩn Zero-config Serverless (đưa file chạy vào api/index.py) giúp Vercel nhận diện và tự cài thư viện.</a:t>
            </a:r>
          </a:p>
          <a:p>
            <a:endParaRPr lang="en-US" sz="1800" dirty="0"/>
          </a:p>
        </p:txBody>
      </p:sp>
      <p:pic>
        <p:nvPicPr>
          <p:cNvPr id="4" name="Picture 3" descr="Enlarged media: image.png">
            <a:extLst>
              <a:ext uri="{FF2B5EF4-FFF2-40B4-BE49-F238E27FC236}">
                <a16:creationId xmlns:a16="http://schemas.microsoft.com/office/drawing/2014/main" id="{A591C788-0868-D96C-F0D5-3B4B1B84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906" y="625683"/>
            <a:ext cx="6326244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80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64A8E-25C2-5417-CFAE-75B5A752F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vi-VN" b="1" dirty="0">
                <a:solidFill>
                  <a:srgbClr val="FFFFFF"/>
                </a:solidFill>
              </a:rPr>
              <a:t>10. Tổng kết và hướng phát triển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2723FB7-1FFC-7C96-88F2-BD78690EC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400" b="1" dirty="0" err="1"/>
              <a:t>Giá</a:t>
            </a:r>
            <a:r>
              <a:rPr lang="en-US" sz="2400" b="1" dirty="0"/>
              <a:t> </a:t>
            </a:r>
            <a:r>
              <a:rPr lang="en-US" sz="2400" b="1" dirty="0" err="1"/>
              <a:t>trị</a:t>
            </a:r>
            <a:r>
              <a:rPr lang="en-US" sz="2400" b="1" dirty="0"/>
              <a:t> </a:t>
            </a:r>
            <a:r>
              <a:rPr lang="en-US" sz="2400" b="1" dirty="0" err="1"/>
              <a:t>dự</a:t>
            </a:r>
            <a:r>
              <a:rPr lang="en-US" sz="2400" b="1" dirty="0"/>
              <a:t> </a:t>
            </a:r>
            <a:r>
              <a:rPr lang="en-US" sz="2400" b="1" dirty="0" err="1"/>
              <a:t>án</a:t>
            </a:r>
            <a:r>
              <a:rPr lang="en-US" sz="2400" dirty="0"/>
              <a:t>: Hoàn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,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Data </a:t>
            </a:r>
            <a:r>
              <a:rPr lang="en-US" sz="2400" dirty="0" err="1"/>
              <a:t>quy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lớn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Deploy Web App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tế</a:t>
            </a:r>
            <a:r>
              <a:rPr lang="en-US" sz="2400" dirty="0"/>
              <a:t>.</a:t>
            </a:r>
          </a:p>
          <a:p>
            <a:r>
              <a:rPr lang="en-US" sz="2400" b="1" dirty="0" err="1"/>
              <a:t>Bài</a:t>
            </a:r>
            <a:r>
              <a:rPr lang="en-US" sz="2400" b="1" dirty="0"/>
              <a:t> </a:t>
            </a:r>
            <a:r>
              <a:rPr lang="en-US" sz="2400" b="1" dirty="0" err="1"/>
              <a:t>học</a:t>
            </a:r>
            <a:r>
              <a:rPr lang="en-US" sz="2400" b="1" dirty="0"/>
              <a:t> </a:t>
            </a:r>
            <a:r>
              <a:rPr lang="en-US" sz="2400" b="1" dirty="0" err="1"/>
              <a:t>rút</a:t>
            </a:r>
            <a:r>
              <a:rPr lang="en-US" sz="2400" b="1" dirty="0"/>
              <a:t> </a:t>
            </a:r>
            <a:r>
              <a:rPr lang="en-US" sz="2400" b="1" dirty="0" err="1"/>
              <a:t>ra</a:t>
            </a:r>
            <a:r>
              <a:rPr lang="en-US" sz="2400" dirty="0"/>
              <a:t>: </a:t>
            </a:r>
            <a:r>
              <a:rPr lang="en-US" sz="2400" dirty="0" err="1"/>
              <a:t>Hiểu</a:t>
            </a:r>
            <a:r>
              <a:rPr lang="en-US" sz="2400" dirty="0"/>
              <a:t> </a:t>
            </a:r>
            <a:r>
              <a:rPr lang="en-US" sz="2400" dirty="0" err="1"/>
              <a:t>sâu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luồng</a:t>
            </a:r>
            <a:r>
              <a:rPr lang="en-US" sz="2400" dirty="0"/>
              <a:t> </a:t>
            </a:r>
            <a:r>
              <a:rPr lang="en-US" sz="2400" dirty="0" err="1"/>
              <a:t>đi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(Client-Server).</a:t>
            </a:r>
          </a:p>
          <a:p>
            <a:pPr lvl="0"/>
            <a:r>
              <a:rPr lang="en-US" sz="2400" b="1" dirty="0" err="1"/>
              <a:t>Tích</a:t>
            </a:r>
            <a:r>
              <a:rPr lang="en-US" sz="2400" b="1" dirty="0"/>
              <a:t> </a:t>
            </a:r>
            <a:r>
              <a:rPr lang="en-US" sz="2400" b="1" dirty="0" err="1"/>
              <a:t>hợp</a:t>
            </a:r>
            <a:r>
              <a:rPr lang="en-US" sz="2400" b="1" dirty="0"/>
              <a:t> Machine Learning:</a:t>
            </a:r>
            <a:r>
              <a:rPr lang="en-US" sz="2400" dirty="0"/>
              <a:t> Thay </a:t>
            </a:r>
            <a:r>
              <a:rPr lang="en-US" sz="2400" dirty="0" err="1"/>
              <a:t>vì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khứ</a:t>
            </a:r>
            <a:r>
              <a:rPr lang="en-US" sz="2400" dirty="0"/>
              <a:t>, </a:t>
            </a:r>
            <a:r>
              <a:rPr lang="en-US" sz="2400" dirty="0" err="1"/>
              <a:t>hãy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r>
              <a:rPr lang="en-US" sz="2400" dirty="0"/>
              <a:t> </a:t>
            </a:r>
            <a:r>
              <a:rPr lang="en-US" sz="2400" dirty="0" err="1"/>
              <a:t>hướng</a:t>
            </a:r>
            <a:r>
              <a:rPr lang="en-US" sz="2400" dirty="0"/>
              <a:t> </a:t>
            </a:r>
            <a:r>
              <a:rPr lang="en-US" sz="2400" dirty="0" err="1"/>
              <a:t>huấn</a:t>
            </a:r>
            <a:r>
              <a:rPr lang="en-US" sz="2400" dirty="0"/>
              <a:t>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(forecast) xu </a:t>
            </a:r>
            <a:r>
              <a:rPr lang="en-US" sz="2400" dirty="0" err="1"/>
              <a:t>hướng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thải</a:t>
            </a:r>
            <a:r>
              <a:rPr lang="en-US" sz="2400" dirty="0"/>
              <a:t> CO2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quốc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5-10 </a:t>
            </a:r>
            <a:r>
              <a:rPr lang="en-US" sz="2400" dirty="0" err="1"/>
              <a:t>năm</a:t>
            </a:r>
            <a:r>
              <a:rPr lang="en-US" sz="2400" dirty="0"/>
              <a:t> </a:t>
            </a:r>
            <a:r>
              <a:rPr lang="en-US" sz="2400" dirty="0" err="1"/>
              <a:t>tới</a:t>
            </a:r>
            <a:r>
              <a:rPr lang="en-US" sz="2400" dirty="0"/>
              <a:t>.</a:t>
            </a:r>
          </a:p>
          <a:p>
            <a:pPr lvl="0"/>
            <a:r>
              <a:rPr lang="en-US" sz="2400" b="1" dirty="0" err="1"/>
              <a:t>Tối</a:t>
            </a:r>
            <a:r>
              <a:rPr lang="en-US" sz="2400" b="1" dirty="0"/>
              <a:t> </a:t>
            </a:r>
            <a:r>
              <a:rPr lang="en-US" sz="2400" b="1" dirty="0" err="1"/>
              <a:t>ưu</a:t>
            </a:r>
            <a:r>
              <a:rPr lang="en-US" sz="2400" b="1" dirty="0"/>
              <a:t> </a:t>
            </a:r>
            <a:r>
              <a:rPr lang="en-US" sz="2400" b="1" dirty="0" err="1"/>
              <a:t>hóa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r>
              <a:rPr lang="en-US" sz="2400" b="1" dirty="0"/>
              <a:t> </a:t>
            </a:r>
            <a:r>
              <a:rPr lang="en-US" sz="2400" b="1" dirty="0" err="1"/>
              <a:t>thống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tái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backend sang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ngôn</a:t>
            </a:r>
            <a:r>
              <a:rPr lang="en-US" sz="2400" dirty="0"/>
              <a:t> </a:t>
            </a:r>
            <a:r>
              <a:rPr lang="en-US" sz="2400" dirty="0" err="1"/>
              <a:t>ngữ</a:t>
            </a:r>
            <a:r>
              <a:rPr lang="en-US" sz="2400" dirty="0"/>
              <a:t>/framework </a:t>
            </a:r>
            <a:r>
              <a:rPr lang="en-US" sz="2400" dirty="0" err="1"/>
              <a:t>mạnh</a:t>
            </a:r>
            <a:r>
              <a:rPr lang="en-US" sz="2400" dirty="0"/>
              <a:t> </a:t>
            </a:r>
            <a:r>
              <a:rPr lang="en-US" sz="2400" dirty="0" err="1"/>
              <a:t>mẽ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đa</a:t>
            </a:r>
            <a:r>
              <a:rPr lang="en-US" sz="2400" dirty="0"/>
              <a:t> </a:t>
            </a:r>
            <a:r>
              <a:rPr lang="en-US" sz="2400" dirty="0" err="1"/>
              <a:t>luồng</a:t>
            </a:r>
            <a:r>
              <a:rPr lang="en-US" sz="2400" dirty="0"/>
              <a:t> ở </a:t>
            </a:r>
            <a:r>
              <a:rPr lang="en-US" sz="2400" dirty="0" err="1"/>
              <a:t>quy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doanh</a:t>
            </a:r>
            <a:r>
              <a:rPr lang="en-US" sz="2400" dirty="0"/>
              <a:t> </a:t>
            </a:r>
            <a:r>
              <a:rPr lang="en-US" sz="2400" dirty="0" err="1"/>
              <a:t>nghiệp</a:t>
            </a:r>
            <a:r>
              <a:rPr lang="en-US" sz="2400" dirty="0"/>
              <a:t> (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b="1" dirty="0"/>
              <a:t>Java</a:t>
            </a:r>
            <a:r>
              <a:rPr lang="en-US" sz="2400" dirty="0"/>
              <a:t>)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ngày</a:t>
            </a:r>
            <a:r>
              <a:rPr lang="en-US" sz="2400" dirty="0"/>
              <a:t> </a:t>
            </a:r>
            <a:r>
              <a:rPr lang="en-US" sz="2400" dirty="0" err="1"/>
              <a:t>càng</a:t>
            </a:r>
            <a:r>
              <a:rPr lang="en-US" sz="2400" dirty="0"/>
              <a:t> </a:t>
            </a:r>
            <a:r>
              <a:rPr lang="en-US" sz="2400" dirty="0" err="1"/>
              <a:t>phình</a:t>
            </a:r>
            <a:r>
              <a:rPr lang="en-US" sz="2400" dirty="0"/>
              <a:t> to.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2192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4A3B4-2EEF-3E8C-B56C-89B99B4A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635" y="2255885"/>
            <a:ext cx="5551190" cy="23462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THANKS FOR LISTENING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12242425-B5BA-F8BD-C1BD-6715A5CE6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0935" y="1419785"/>
            <a:ext cx="4018430" cy="401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78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814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CO2 Emissions Analyzer</vt:lpstr>
      <vt:lpstr>1. Lý do chọn đề tài và mục tiêu</vt:lpstr>
      <vt:lpstr>2. Tổng quan dữ liệu gốc</vt:lpstr>
      <vt:lpstr>3. Kỹ thuật xử lý và làm sạch data</vt:lpstr>
      <vt:lpstr>4. Kiến trúc hệ thống</vt:lpstr>
      <vt:lpstr>5. Thiết kế Backend &amp; API</vt:lpstr>
      <vt:lpstr>6. Điểm nhấn giao diện và trực quan hóa</vt:lpstr>
      <vt:lpstr>7. Tính năng tương tác</vt:lpstr>
      <vt:lpstr>8. Quản lý Source Code và Git</vt:lpstr>
      <vt:lpstr>9. Triển khai Cloud</vt:lpstr>
      <vt:lpstr>10. Tổng kết và hướng phát triển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Quân Lý</dc:creator>
  <cp:lastModifiedBy>Quân Lý</cp:lastModifiedBy>
  <cp:revision>2</cp:revision>
  <dcterms:created xsi:type="dcterms:W3CDTF">2026-09-14T09:24:21Z</dcterms:created>
  <dcterms:modified xsi:type="dcterms:W3CDTF">2026-09-14T10:49:11Z</dcterms:modified>
</cp:coreProperties>
</file>